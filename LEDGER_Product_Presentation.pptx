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7" r:id="rId16"/>
    <p:sldId id="276" r:id="rId17"/>
    <p:sldId id="275" r:id="rId18"/>
    <p:sldId id="274" r:id="rId19"/>
    <p:sldId id="273" r:id="rId20"/>
    <p:sldId id="272" r:id="rId21"/>
    <p:sldId id="271" r:id="rId22"/>
    <p:sldId id="270" r:id="rId23"/>
    <p:sldId id="269" r:id="rId24"/>
  </p:sldIdLst>
  <p:sldSz cx="18288000" cy="10287000"/>
  <p:notesSz cx="6858000" cy="9144000"/>
  <p:embeddedFontLst>
    <p:embeddedFont>
      <p:font typeface="Agrandir" panose="020B0604020202020204" charset="0"/>
      <p:regular r:id="rId25"/>
    </p:embeddedFont>
    <p:embeddedFont>
      <p:font typeface="Agrandir Bold" panose="020B0604020202020204" charset="0"/>
      <p:regular r:id="rId26"/>
    </p:embeddedFont>
    <p:embeddedFont>
      <p:font typeface="Horizon" panose="020B0604020202020204" charset="0"/>
      <p:regular r:id="rId27"/>
    </p:embeddedFont>
    <p:embeddedFont>
      <p:font typeface="Nickainley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952500"/>
            <a:ext cx="3933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52500"/>
            <a:ext cx="393304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38991" y="3463214"/>
            <a:ext cx="15810019" cy="4179723"/>
            <a:chOff x="0" y="0"/>
            <a:chExt cx="21080025" cy="5572964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21080025" cy="4295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00"/>
                </a:lnSpc>
              </a:pPr>
              <a:r>
                <a:rPr lang="en-US" sz="109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DIGITAL BRAINSTORM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948465"/>
              <a:ext cx="21080025" cy="624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 creative way to encourage everyone to think and share ideas.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LEDGER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Team Details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97603" y="3055998"/>
            <a:ext cx="13892794" cy="108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7500" b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Project Details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148263" y="5701821"/>
            <a:ext cx="881343" cy="881343"/>
            <a:chOff x="0" y="0"/>
            <a:chExt cx="1175123" cy="1175123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05855" y="5878374"/>
            <a:ext cx="4190940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Department of CSE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148263" y="7579932"/>
            <a:ext cx="881343" cy="881343"/>
            <a:chOff x="0" y="0"/>
            <a:chExt cx="1175123" cy="1175123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505855" y="7756486"/>
            <a:ext cx="4190940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Guide Details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9631083" y="5701821"/>
            <a:ext cx="881343" cy="881343"/>
            <a:chOff x="0" y="0"/>
            <a:chExt cx="1175123" cy="1175123"/>
          </a:xfrm>
        </p:grpSpPr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988675" y="5878374"/>
            <a:ext cx="4190940" cy="42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Digit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 Brainstorm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31083" y="7579932"/>
            <a:ext cx="881343" cy="881343"/>
            <a:chOff x="0" y="0"/>
            <a:chExt cx="1175123" cy="1175123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988675" y="7756486"/>
            <a:ext cx="4190940" cy="42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Summary an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 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6518" y="2906684"/>
            <a:ext cx="5500825" cy="5904426"/>
            <a:chOff x="0" y="0"/>
            <a:chExt cx="10860394" cy="11657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60394" cy="11657233"/>
            </a:xfrm>
            <a:custGeom>
              <a:avLst/>
              <a:gdLst/>
              <a:ahLst/>
              <a:cxnLst/>
              <a:rect l="l" t="t" r="r" b="b"/>
              <a:pathLst>
                <a:path w="10860394" h="11657233">
                  <a:moveTo>
                    <a:pt x="10735934" y="59690"/>
                  </a:moveTo>
                  <a:cubicBezTo>
                    <a:pt x="10771494" y="59690"/>
                    <a:pt x="10800704" y="88900"/>
                    <a:pt x="10800704" y="124460"/>
                  </a:cubicBezTo>
                  <a:lnTo>
                    <a:pt x="10800704" y="11532773"/>
                  </a:lnTo>
                  <a:cubicBezTo>
                    <a:pt x="10800704" y="11568333"/>
                    <a:pt x="10771494" y="11597542"/>
                    <a:pt x="10735934" y="11597542"/>
                  </a:cubicBezTo>
                  <a:lnTo>
                    <a:pt x="124460" y="11597542"/>
                  </a:lnTo>
                  <a:cubicBezTo>
                    <a:pt x="88900" y="11597542"/>
                    <a:pt x="59690" y="11568333"/>
                    <a:pt x="59690" y="115327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735934" y="59690"/>
                  </a:lnTo>
                  <a:moveTo>
                    <a:pt x="107359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532773"/>
                  </a:lnTo>
                  <a:cubicBezTo>
                    <a:pt x="0" y="11601352"/>
                    <a:pt x="55880" y="11657233"/>
                    <a:pt x="124460" y="11657233"/>
                  </a:cubicBezTo>
                  <a:lnTo>
                    <a:pt x="10735935" y="11657233"/>
                  </a:lnTo>
                  <a:cubicBezTo>
                    <a:pt x="10804514" y="11657233"/>
                    <a:pt x="10860394" y="11601352"/>
                    <a:pt x="10860394" y="11532773"/>
                  </a:cubicBezTo>
                  <a:lnTo>
                    <a:pt x="10860394" y="124460"/>
                  </a:lnTo>
                  <a:cubicBezTo>
                    <a:pt x="10860394" y="55880"/>
                    <a:pt x="10804514" y="0"/>
                    <a:pt x="107359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853510" y="4236469"/>
            <a:ext cx="4466843" cy="4073885"/>
          </a:xfrm>
          <a:custGeom>
            <a:avLst/>
            <a:gdLst/>
            <a:ahLst/>
            <a:cxnLst/>
            <a:rect l="l" t="t" r="r" b="b"/>
            <a:pathLst>
              <a:path w="4466843" h="4073885">
                <a:moveTo>
                  <a:pt x="0" y="0"/>
                </a:moveTo>
                <a:lnTo>
                  <a:pt x="4466842" y="0"/>
                </a:lnTo>
                <a:lnTo>
                  <a:pt x="4466842" y="4073886"/>
                </a:lnTo>
                <a:lnTo>
                  <a:pt x="0" y="4073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807" b="-39661"/>
            </a:stretch>
          </a:blipFill>
        </p:spPr>
        <p:txBody>
          <a:bodyPr/>
          <a:lstStyle/>
          <a:p>
            <a:r>
              <a:rPr lang="en-US"/>
              <a:t>Your Money.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855177" y="4626531"/>
            <a:ext cx="8379842" cy="3294124"/>
            <a:chOff x="0" y="0"/>
            <a:chExt cx="11173122" cy="4392165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11173122" cy="112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INTRODUCTION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20370"/>
              <a:ext cx="11173122" cy="601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 u="none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Tomas</a:t>
              </a:r>
              <a:r>
                <a:rPr lang="en-US" sz="24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and </a:t>
              </a:r>
              <a:r>
                <a:rPr lang="en-US" sz="2400" b="1" u="none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Chloe</a:t>
              </a:r>
              <a:r>
                <a:rPr lang="en-US" sz="24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will be our facilitators for this session.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945424"/>
              <a:ext cx="11173122" cy="1446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The goal of our session is to turn chaos into clarity. As facilitators,</a:t>
              </a:r>
            </a:p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our role is to keep the session on track and to ensure everyone participates in the discussion.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904300" y="1197189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Your Rules.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7906" y="1197189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Offline. Private. Smart.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336518" y="2906684"/>
            <a:ext cx="5500825" cy="829030"/>
            <a:chOff x="0" y="0"/>
            <a:chExt cx="7334433" cy="110537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34433" cy="1105373"/>
              <a:chOff x="0" y="0"/>
              <a:chExt cx="13558210" cy="204335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1750" y="31750"/>
                <a:ext cx="13493468" cy="1979859"/>
              </a:xfrm>
              <a:custGeom>
                <a:avLst/>
                <a:gdLst/>
                <a:ahLst/>
                <a:cxnLst/>
                <a:rect l="l" t="t" r="r" b="b"/>
                <a:pathLst>
                  <a:path w="13493468" h="1979859">
                    <a:moveTo>
                      <a:pt x="13402001" y="1979859"/>
                    </a:moveTo>
                    <a:lnTo>
                      <a:pt x="92710" y="1979859"/>
                    </a:lnTo>
                    <a:cubicBezTo>
                      <a:pt x="41910" y="1979859"/>
                      <a:pt x="0" y="1937949"/>
                      <a:pt x="0" y="1887149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3400731" y="0"/>
                    </a:lnTo>
                    <a:cubicBezTo>
                      <a:pt x="13451531" y="0"/>
                      <a:pt x="13493440" y="41910"/>
                      <a:pt x="13493440" y="92710"/>
                    </a:cubicBezTo>
                    <a:lnTo>
                      <a:pt x="13493440" y="1885879"/>
                    </a:lnTo>
                    <a:cubicBezTo>
                      <a:pt x="13494710" y="1937949"/>
                      <a:pt x="13452801" y="1979859"/>
                      <a:pt x="13402001" y="197985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Freeform 14"/>
              <p:cNvSpPr/>
              <p:nvPr/>
            </p:nvSpPr>
            <p:spPr>
              <a:xfrm>
                <a:off x="0" y="0"/>
                <a:ext cx="13558210" cy="2043359"/>
              </a:xfrm>
              <a:custGeom>
                <a:avLst/>
                <a:gdLst/>
                <a:ahLst/>
                <a:cxnLst/>
                <a:rect l="l" t="t" r="r" b="b"/>
                <a:pathLst>
                  <a:path w="13558210" h="2043359">
                    <a:moveTo>
                      <a:pt x="13433751" y="59690"/>
                    </a:moveTo>
                    <a:cubicBezTo>
                      <a:pt x="13469310" y="59690"/>
                      <a:pt x="13498520" y="88900"/>
                      <a:pt x="13498520" y="124460"/>
                    </a:cubicBezTo>
                    <a:lnTo>
                      <a:pt x="13498520" y="1918899"/>
                    </a:lnTo>
                    <a:cubicBezTo>
                      <a:pt x="13498520" y="1954459"/>
                      <a:pt x="13469310" y="1983669"/>
                      <a:pt x="13433751" y="1983669"/>
                    </a:cubicBezTo>
                    <a:lnTo>
                      <a:pt x="124460" y="1983669"/>
                    </a:lnTo>
                    <a:cubicBezTo>
                      <a:pt x="88900" y="1983669"/>
                      <a:pt x="59690" y="1954459"/>
                      <a:pt x="59690" y="191889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3433751" y="59690"/>
                    </a:lnTo>
                    <a:moveTo>
                      <a:pt x="1343375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918899"/>
                    </a:lnTo>
                    <a:cubicBezTo>
                      <a:pt x="0" y="1987479"/>
                      <a:pt x="55880" y="2043359"/>
                      <a:pt x="124460" y="2043359"/>
                    </a:cubicBezTo>
                    <a:lnTo>
                      <a:pt x="13433751" y="2043359"/>
                    </a:lnTo>
                    <a:cubicBezTo>
                      <a:pt x="13502331" y="2043359"/>
                      <a:pt x="13558210" y="1987479"/>
                      <a:pt x="13558210" y="1918899"/>
                    </a:cubicBezTo>
                    <a:lnTo>
                      <a:pt x="13558210" y="124460"/>
                    </a:lnTo>
                    <a:cubicBezTo>
                      <a:pt x="13558210" y="55880"/>
                      <a:pt x="13502331" y="0"/>
                      <a:pt x="1343375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884990" y="233326"/>
              <a:ext cx="4116619" cy="562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Tomas and Chloe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53510" y="3254524"/>
            <a:ext cx="601057" cy="133350"/>
            <a:chOff x="0" y="0"/>
            <a:chExt cx="801409" cy="1778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3" name="Group 23"/>
          <p:cNvGrpSpPr/>
          <p:nvPr/>
        </p:nvGrpSpPr>
        <p:grpSpPr>
          <a:xfrm rot="-409131">
            <a:off x="15903917" y="5306833"/>
            <a:ext cx="1104128" cy="1104128"/>
            <a:chOff x="0" y="0"/>
            <a:chExt cx="1472170" cy="1472170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26" name="Freeform 26"/>
            <p:cNvSpPr/>
            <p:nvPr/>
          </p:nvSpPr>
          <p:spPr>
            <a:xfrm>
              <a:off x="349005" y="356747"/>
              <a:ext cx="774159" cy="758676"/>
            </a:xfrm>
            <a:custGeom>
              <a:avLst/>
              <a:gdLst/>
              <a:ahLst/>
              <a:cxnLst/>
              <a:rect l="l" t="t" r="r" b="b"/>
              <a:pathLst>
                <a:path w="774159" h="758676">
                  <a:moveTo>
                    <a:pt x="0" y="0"/>
                  </a:moveTo>
                  <a:lnTo>
                    <a:pt x="774160" y="0"/>
                  </a:lnTo>
                  <a:lnTo>
                    <a:pt x="774160" y="758676"/>
                  </a:lnTo>
                  <a:lnTo>
                    <a:pt x="0" y="758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 rot="738725">
            <a:off x="11102243" y="7101204"/>
            <a:ext cx="1104128" cy="1104128"/>
            <a:chOff x="0" y="0"/>
            <a:chExt cx="1472170" cy="1472170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349005" y="356747"/>
              <a:ext cx="774159" cy="758676"/>
            </a:xfrm>
            <a:custGeom>
              <a:avLst/>
              <a:gdLst/>
              <a:ahLst/>
              <a:cxnLst/>
              <a:rect l="l" t="t" r="r" b="b"/>
              <a:pathLst>
                <a:path w="774159" h="758676">
                  <a:moveTo>
                    <a:pt x="0" y="0"/>
                  </a:moveTo>
                  <a:lnTo>
                    <a:pt x="774160" y="0"/>
                  </a:lnTo>
                  <a:lnTo>
                    <a:pt x="774160" y="758676"/>
                  </a:lnTo>
                  <a:lnTo>
                    <a:pt x="0" y="758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10C47C0B-502C-2C75-7CBA-2E69CF8722B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70000"/>
            <a:ext cx="254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139" y="3149402"/>
            <a:ext cx="16117722" cy="6093875"/>
            <a:chOff x="0" y="0"/>
            <a:chExt cx="31821557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21558" cy="12031265"/>
            </a:xfrm>
            <a:custGeom>
              <a:avLst/>
              <a:gdLst/>
              <a:ahLst/>
              <a:cxnLst/>
              <a:rect l="l" t="t" r="r" b="b"/>
              <a:pathLst>
                <a:path w="31821558" h="12031265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1906805"/>
                  </a:lnTo>
                  <a:cubicBezTo>
                    <a:pt x="31761866" y="11942365"/>
                    <a:pt x="31732658" y="11971575"/>
                    <a:pt x="31697098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31697098" y="12031265"/>
                  </a:lnTo>
                  <a:cubicBezTo>
                    <a:pt x="31765677" y="12031265"/>
                    <a:pt x="31821558" y="11975385"/>
                    <a:pt x="31821558" y="11906805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577001" y="1044447"/>
            <a:ext cx="881343" cy="881343"/>
            <a:chOff x="0" y="0"/>
            <a:chExt cx="1175123" cy="1175123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62672" y="1074494"/>
            <a:ext cx="881343" cy="881343"/>
            <a:chOff x="0" y="0"/>
            <a:chExt cx="1175123" cy="1175123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91192" y="1044447"/>
            <a:ext cx="881343" cy="881343"/>
            <a:chOff x="0" y="0"/>
            <a:chExt cx="1175123" cy="1175123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5139" y="3149402"/>
            <a:ext cx="16117722" cy="829030"/>
            <a:chOff x="0" y="0"/>
            <a:chExt cx="21490297" cy="110537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490297" cy="1105373"/>
              <a:chOff x="0" y="0"/>
              <a:chExt cx="31091641" cy="159922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1750" y="31750"/>
                <a:ext cx="31026900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31026900" h="1535727">
                    <a:moveTo>
                      <a:pt x="30935433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41747"/>
                    </a:lnTo>
                    <a:cubicBezTo>
                      <a:pt x="31028140" y="1493817"/>
                      <a:pt x="30986233" y="1535727"/>
                      <a:pt x="30935433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3109164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31091640" h="1599227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4767"/>
                    </a:lnTo>
                    <a:cubicBezTo>
                      <a:pt x="31031951" y="1510327"/>
                      <a:pt x="31002740" y="1539537"/>
                      <a:pt x="30967183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30967183" y="1599227"/>
                    </a:lnTo>
                    <a:cubicBezTo>
                      <a:pt x="31035761" y="1599227"/>
                      <a:pt x="31091640" y="1543347"/>
                      <a:pt x="31091640" y="1474767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8465" y="252967"/>
              <a:ext cx="13753368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</a:t>
              </a:r>
              <a:r>
                <a:rPr lang="en-US" sz="2400" b="1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ow are you feeling?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9922423" y="5083665"/>
            <a:ext cx="1464012" cy="1464012"/>
          </a:xfrm>
          <a:custGeom>
            <a:avLst/>
            <a:gdLst/>
            <a:ahLst/>
            <a:cxnLst/>
            <a:rect l="l" t="t" r="r" b="b"/>
            <a:pathLst>
              <a:path w="1464012" h="1464012">
                <a:moveTo>
                  <a:pt x="0" y="0"/>
                </a:moveTo>
                <a:lnTo>
                  <a:pt x="1464011" y="0"/>
                </a:lnTo>
                <a:lnTo>
                  <a:pt x="1464011" y="1464012"/>
                </a:lnTo>
                <a:lnTo>
                  <a:pt x="0" y="1464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Why Ledger Exists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172602" y="6674031"/>
            <a:ext cx="1464012" cy="1464012"/>
          </a:xfrm>
          <a:custGeom>
            <a:avLst/>
            <a:gdLst/>
            <a:ahLst/>
            <a:cxnLst/>
            <a:rect l="l" t="t" r="r" b="b"/>
            <a:pathLst>
              <a:path w="1464012" h="1464012">
                <a:moveTo>
                  <a:pt x="0" y="0"/>
                </a:moveTo>
                <a:lnTo>
                  <a:pt x="1464011" y="0"/>
                </a:lnTo>
                <a:lnTo>
                  <a:pt x="1464011" y="1464012"/>
                </a:lnTo>
                <a:lnTo>
                  <a:pt x="0" y="1464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The privacy 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5139" y="1034922"/>
            <a:ext cx="6806894" cy="236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499" b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Data harvesting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32740" y="2098570"/>
            <a:ext cx="2369865" cy="25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9"/>
              </a:lnSpc>
              <a:spcBef>
                <a:spcPct val="0"/>
              </a:spcBef>
            </a:pPr>
            <a:r>
              <a:rPr lang="en-US" sz="1499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Offline tracking fails</a:t>
            </a:r>
            <a:endParaRPr lang="en-US" sz="15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718410" y="2098570"/>
            <a:ext cx="2369865" cy="2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9"/>
              </a:lnSpc>
              <a:spcBef>
                <a:spcPct val="0"/>
              </a:spcBef>
            </a:pPr>
            <a:endParaRPr lang="en-US" sz="15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46615" y="2089045"/>
            <a:ext cx="2370496" cy="55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Browse </a:t>
            </a:r>
            <a:r>
              <a:rPr lang="en-US" sz="15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and click the Emoji or GIF you want to use.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35790" y="4422952"/>
            <a:ext cx="447454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Choose an Emoji, GIF, or image from a mood meter that best represents how you feel at the moment.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635790" y="8270211"/>
            <a:ext cx="2433016" cy="506576"/>
            <a:chOff x="0" y="0"/>
            <a:chExt cx="3244022" cy="67543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244022" cy="675435"/>
              <a:chOff x="0" y="0"/>
              <a:chExt cx="4317822" cy="89900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317822" cy="899009"/>
              </a:xfrm>
              <a:custGeom>
                <a:avLst/>
                <a:gdLst/>
                <a:ahLst/>
                <a:cxnLst/>
                <a:rect l="l" t="t" r="r" b="b"/>
                <a:pathLst>
                  <a:path w="4317822" h="899009">
                    <a:moveTo>
                      <a:pt x="4193361" y="899009"/>
                    </a:moveTo>
                    <a:lnTo>
                      <a:pt x="124460" y="899009"/>
                    </a:lnTo>
                    <a:cubicBezTo>
                      <a:pt x="55880" y="899009"/>
                      <a:pt x="0" y="843129"/>
                      <a:pt x="0" y="77454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193361" y="0"/>
                    </a:lnTo>
                    <a:cubicBezTo>
                      <a:pt x="4261941" y="0"/>
                      <a:pt x="4317822" y="55880"/>
                      <a:pt x="4317822" y="124460"/>
                    </a:cubicBezTo>
                    <a:lnTo>
                      <a:pt x="4317822" y="774549"/>
                    </a:lnTo>
                    <a:cubicBezTo>
                      <a:pt x="4317822" y="843129"/>
                      <a:pt x="4261941" y="899009"/>
                      <a:pt x="4193361" y="899009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216626" y="31859"/>
              <a:ext cx="2810769" cy="5069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Time: 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5 minutes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5139" y="3164425"/>
            <a:ext cx="16117722" cy="6093875"/>
            <a:chOff x="0" y="0"/>
            <a:chExt cx="31821557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21558" cy="12031265"/>
            </a:xfrm>
            <a:custGeom>
              <a:avLst/>
              <a:gdLst/>
              <a:ahLst/>
              <a:cxnLst/>
              <a:rect l="l" t="t" r="r" b="b"/>
              <a:pathLst>
                <a:path w="31821558" h="12031265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1906805"/>
                  </a:lnTo>
                  <a:cubicBezTo>
                    <a:pt x="31761866" y="11942365"/>
                    <a:pt x="31732658" y="11971575"/>
                    <a:pt x="31697098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31697098" y="12031265"/>
                  </a:lnTo>
                  <a:cubicBezTo>
                    <a:pt x="31765677" y="12031265"/>
                    <a:pt x="31821558" y="11975385"/>
                    <a:pt x="31821558" y="11906805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178179" y="1050951"/>
            <a:ext cx="1996498" cy="1625969"/>
            <a:chOff x="0" y="0"/>
            <a:chExt cx="2661998" cy="216795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661998" cy="2167959"/>
              <a:chOff x="0" y="0"/>
              <a:chExt cx="2651637" cy="215952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581787" h="2088401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584327" h="2090941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2651637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651637" h="2159521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362199" y="548154"/>
              <a:ext cx="1937600" cy="100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400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05848" y="1034127"/>
            <a:ext cx="1996498" cy="1625969"/>
            <a:chOff x="0" y="0"/>
            <a:chExt cx="2661998" cy="216795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661998" cy="2167959"/>
              <a:chOff x="0" y="0"/>
              <a:chExt cx="2651637" cy="215952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581787" h="2088401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584327" h="2090941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Freeform 14"/>
              <p:cNvSpPr/>
              <p:nvPr/>
            </p:nvSpPr>
            <p:spPr>
              <a:xfrm>
                <a:off x="0" y="0"/>
                <a:ext cx="2651637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651637" h="2159521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62199" y="548154"/>
              <a:ext cx="1937600" cy="100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400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5139" y="3149402"/>
            <a:ext cx="16117722" cy="829030"/>
            <a:chOff x="0" y="0"/>
            <a:chExt cx="21490297" cy="110537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490297" cy="1105373"/>
              <a:chOff x="0" y="0"/>
              <a:chExt cx="31091641" cy="159922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1750" y="31750"/>
                <a:ext cx="31026900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31026900" h="1535727">
                    <a:moveTo>
                      <a:pt x="30935433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41747"/>
                    </a:lnTo>
                    <a:cubicBezTo>
                      <a:pt x="31028140" y="1493817"/>
                      <a:pt x="30986233" y="1535727"/>
                      <a:pt x="30935433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3109164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31091640" h="1599227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4767"/>
                    </a:lnTo>
                    <a:cubicBezTo>
                      <a:pt x="31031951" y="1510327"/>
                      <a:pt x="31002740" y="1539537"/>
                      <a:pt x="30967183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30967183" y="1599227"/>
                    </a:lnTo>
                    <a:cubicBezTo>
                      <a:pt x="31035761" y="1599227"/>
                      <a:pt x="31091640" y="1543347"/>
                      <a:pt x="31091640" y="1474767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8465" y="252967"/>
              <a:ext cx="13753368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Wh</a:t>
              </a:r>
              <a:r>
                <a:rPr lang="en-US" sz="2400" b="1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at did you have for breakfast today?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35790" y="3497241"/>
            <a:ext cx="601057" cy="133350"/>
            <a:chOff x="0" y="0"/>
            <a:chExt cx="801409" cy="1778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sp>
        <p:nvSpPr>
          <p:cNvPr id="28" name="Freeform 28"/>
          <p:cNvSpPr/>
          <p:nvPr/>
        </p:nvSpPr>
        <p:spPr>
          <a:xfrm rot="-159302">
            <a:off x="12042359" y="5512044"/>
            <a:ext cx="3352477" cy="2235683"/>
          </a:xfrm>
          <a:custGeom>
            <a:avLst/>
            <a:gdLst/>
            <a:ahLst/>
            <a:cxnLst/>
            <a:rect l="l" t="t" r="r" b="b"/>
            <a:pathLst>
              <a:path w="3352477" h="2235683">
                <a:moveTo>
                  <a:pt x="0" y="0"/>
                </a:moveTo>
                <a:lnTo>
                  <a:pt x="3352477" y="0"/>
                </a:lnTo>
                <a:lnTo>
                  <a:pt x="3352477" y="2235683"/>
                </a:lnTo>
                <a:lnTo>
                  <a:pt x="0" y="2235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The Problem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16120" y="4417598"/>
            <a:ext cx="7449285" cy="33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Third-party servers</a:t>
            </a:r>
            <a:endParaRPr lang="en-US" sz="200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635790" y="8277302"/>
            <a:ext cx="2433016" cy="506576"/>
            <a:chOff x="0" y="0"/>
            <a:chExt cx="3244022" cy="675435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244022" cy="675435"/>
              <a:chOff x="0" y="0"/>
              <a:chExt cx="4317822" cy="89900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317822" cy="899009"/>
              </a:xfrm>
              <a:custGeom>
                <a:avLst/>
                <a:gdLst/>
                <a:ahLst/>
                <a:cxnLst/>
                <a:rect l="l" t="t" r="r" b="b"/>
                <a:pathLst>
                  <a:path w="4317822" h="899009">
                    <a:moveTo>
                      <a:pt x="4193361" y="899009"/>
                    </a:moveTo>
                    <a:lnTo>
                      <a:pt x="124460" y="899009"/>
                    </a:lnTo>
                    <a:cubicBezTo>
                      <a:pt x="55880" y="899009"/>
                      <a:pt x="0" y="843129"/>
                      <a:pt x="0" y="77454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193361" y="0"/>
                    </a:lnTo>
                    <a:cubicBezTo>
                      <a:pt x="4261941" y="0"/>
                      <a:pt x="4317822" y="55880"/>
                      <a:pt x="4317822" y="124460"/>
                    </a:cubicBezTo>
                    <a:lnTo>
                      <a:pt x="4317822" y="774549"/>
                    </a:lnTo>
                    <a:cubicBezTo>
                      <a:pt x="4317822" y="843129"/>
                      <a:pt x="4261941" y="899009"/>
                      <a:pt x="4193361" y="899009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216626" y="31859"/>
              <a:ext cx="2810769" cy="5069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Time: </a:t>
              </a:r>
              <a:r>
                <a:rPr lang="en-US" sz="20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5 minutes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85139" y="1010328"/>
            <a:ext cx="8209338" cy="1666593"/>
            <a:chOff x="0" y="0"/>
            <a:chExt cx="10945784" cy="2222124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9525"/>
              <a:ext cx="10945784" cy="112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ICEBREAKER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245282"/>
              <a:ext cx="10945784" cy="976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Bef</a:t>
              </a:r>
              <a:r>
                <a:rPr lang="en-US" sz="20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ore we start with the session, let's warm up a little</a:t>
              </a:r>
            </a:p>
            <a:p>
              <a:pPr marL="0" lvl="0" indent="0" algn="l">
                <a:lnSpc>
                  <a:spcPts val="2800"/>
                </a:lnSpc>
              </a:pPr>
              <a:r>
                <a:rPr lang="en-US" sz="20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with this icebreaker question: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Objectives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100% Offline Capable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484526" y="3268023"/>
            <a:ext cx="15318947" cy="4692571"/>
            <a:chOff x="0" y="0"/>
            <a:chExt cx="20425263" cy="6256762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20425263" cy="4890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49"/>
                </a:lnSpc>
              </a:pPr>
              <a:r>
                <a:rPr lang="en-US" sz="8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GET THOSE CREATIVE JUICES FLOWING!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632263"/>
              <a:ext cx="20425263" cy="624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Let's begin.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2758" y="3435034"/>
            <a:ext cx="7694325" cy="4160984"/>
            <a:chOff x="0" y="0"/>
            <a:chExt cx="10259100" cy="5547979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0259100" cy="2147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DIGITAL BRAINSTORM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38113"/>
              <a:ext cx="10259100" cy="3009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Starting on a new project begins with a curation of ideas. This digital brainsto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rm session will allow us to lay down 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and organize all o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ur 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h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ught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s, ideas, and inspiration. 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Next, we will vote on ideas that are promising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and add comments.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66404" y="2623106"/>
            <a:ext cx="881343" cy="881343"/>
            <a:chOff x="0" y="0"/>
            <a:chExt cx="1175123" cy="1175123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66404" y="5561559"/>
            <a:ext cx="881343" cy="881343"/>
            <a:chOff x="0" y="0"/>
            <a:chExt cx="1175123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66404" y="6928387"/>
            <a:ext cx="881343" cy="881343"/>
            <a:chOff x="0" y="0"/>
            <a:chExt cx="1175123" cy="1175123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892558" y="2613646"/>
            <a:ext cx="4672836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Literature Survey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892558" y="5552099"/>
            <a:ext cx="4672836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Splitwise - Server reliant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892558" y="6918927"/>
            <a:ext cx="4672836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Mint - Data harvesting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Wallet - Paid features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3592668" y="3774200"/>
            <a:ext cx="1494209" cy="1216900"/>
            <a:chOff x="0" y="0"/>
            <a:chExt cx="1992279" cy="162253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581787" h="2088401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584327" h="2090941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Freeform 26"/>
              <p:cNvSpPr/>
              <p:nvPr/>
            </p:nvSpPr>
            <p:spPr>
              <a:xfrm>
                <a:off x="0" y="0"/>
                <a:ext cx="2651637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651637" h="2159521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71075" y="402997"/>
              <a:ext cx="1450128" cy="759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92558" y="3761609"/>
            <a:ext cx="1494209" cy="1216900"/>
            <a:chOff x="0" y="0"/>
            <a:chExt cx="1992279" cy="1622533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581787" h="2088401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584327" h="2090941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Freeform 32"/>
              <p:cNvSpPr/>
              <p:nvPr/>
            </p:nvSpPr>
            <p:spPr>
              <a:xfrm>
                <a:off x="0" y="0"/>
                <a:ext cx="2651637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651637" h="2159521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271075" y="402997"/>
              <a:ext cx="1450128" cy="759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292779" y="3774200"/>
            <a:ext cx="1494209" cy="1216900"/>
            <a:chOff x="0" y="0"/>
            <a:chExt cx="1992279" cy="1622533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581787" h="2088401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584327" h="2090941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Freeform 38"/>
              <p:cNvSpPr/>
              <p:nvPr/>
            </p:nvSpPr>
            <p:spPr>
              <a:xfrm>
                <a:off x="0" y="0"/>
                <a:ext cx="2651637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651637" h="2159521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71075" y="402997"/>
              <a:ext cx="1450128" cy="759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892558" y="8258897"/>
            <a:ext cx="719108" cy="719108"/>
            <a:chOff x="0" y="0"/>
            <a:chExt cx="958811" cy="958811"/>
          </a:xfrm>
        </p:grpSpPr>
        <p:grpSp>
          <p:nvGrpSpPr>
            <p:cNvPr id="41" name="Group 41"/>
            <p:cNvGrpSpPr>
              <a:grpSpLocks noChangeAspect="1"/>
            </p:cNvGrpSpPr>
            <p:nvPr/>
          </p:nvGrpSpPr>
          <p:grpSpPr>
            <a:xfrm>
              <a:off x="0" y="0"/>
              <a:ext cx="958811" cy="958811"/>
              <a:chOff x="-2540" y="-2540"/>
              <a:chExt cx="6355080" cy="635508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43" name="Freeform 43"/>
            <p:cNvSpPr/>
            <p:nvPr/>
          </p:nvSpPr>
          <p:spPr>
            <a:xfrm>
              <a:off x="227304" y="232346"/>
              <a:ext cx="504203" cy="494119"/>
            </a:xfrm>
            <a:custGeom>
              <a:avLst/>
              <a:gdLst/>
              <a:ahLst/>
              <a:cxnLst/>
              <a:rect l="l" t="t" r="r" b="b"/>
              <a:pathLst>
                <a:path w="504203" h="494119">
                  <a:moveTo>
                    <a:pt x="0" y="0"/>
                  </a:moveTo>
                  <a:lnTo>
                    <a:pt x="504203" y="0"/>
                  </a:lnTo>
                  <a:lnTo>
                    <a:pt x="504203" y="494119"/>
                  </a:lnTo>
                  <a:lnTo>
                    <a:pt x="0" y="49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2894698" y="8258897"/>
            <a:ext cx="719108" cy="719108"/>
            <a:chOff x="0" y="0"/>
            <a:chExt cx="958811" cy="958811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958811" cy="958811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47" name="Freeform 47"/>
            <p:cNvSpPr/>
            <p:nvPr/>
          </p:nvSpPr>
          <p:spPr>
            <a:xfrm>
              <a:off x="227304" y="232346"/>
              <a:ext cx="504203" cy="494119"/>
            </a:xfrm>
            <a:custGeom>
              <a:avLst/>
              <a:gdLst/>
              <a:ahLst/>
              <a:cxnLst/>
              <a:rect l="l" t="t" r="r" b="b"/>
              <a:pathLst>
                <a:path w="504203" h="494119">
                  <a:moveTo>
                    <a:pt x="0" y="0"/>
                  </a:moveTo>
                  <a:lnTo>
                    <a:pt x="504203" y="0"/>
                  </a:lnTo>
                  <a:lnTo>
                    <a:pt x="504203" y="494119"/>
                  </a:lnTo>
                  <a:lnTo>
                    <a:pt x="0" y="49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48" name="TextBox 48"/>
          <p:cNvSpPr txBox="1"/>
          <p:nvPr/>
        </p:nvSpPr>
        <p:spPr>
          <a:xfrm>
            <a:off x="15397805" y="8348927"/>
            <a:ext cx="1274883" cy="6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95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This is</a:t>
            </a:r>
          </a:p>
          <a:p>
            <a:pPr algn="ctr">
              <a:lnSpc>
                <a:spcPts val="2365"/>
              </a:lnSpc>
              <a:spcBef>
                <a:spcPct val="0"/>
              </a:spcBef>
            </a:pPr>
            <a:r>
              <a:rPr lang="en-US" sz="295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great!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96838" y="8462526"/>
            <a:ext cx="1395941" cy="46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sz="4056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Yes!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24325" y="2231227"/>
            <a:ext cx="4339136" cy="7461258"/>
            <a:chOff x="0" y="0"/>
            <a:chExt cx="10694927" cy="18390206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10630185" cy="18326706"/>
            </a:xfrm>
            <a:custGeom>
              <a:avLst/>
              <a:gdLst/>
              <a:ahLst/>
              <a:cxnLst/>
              <a:rect l="l" t="t" r="r" b="b"/>
              <a:pathLst>
                <a:path w="10630185" h="18326706">
                  <a:moveTo>
                    <a:pt x="10538716" y="18326706"/>
                  </a:moveTo>
                  <a:lnTo>
                    <a:pt x="92710" y="18326706"/>
                  </a:lnTo>
                  <a:cubicBezTo>
                    <a:pt x="41910" y="18326706"/>
                    <a:pt x="0" y="18284796"/>
                    <a:pt x="0" y="1823399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537447" y="0"/>
                  </a:lnTo>
                  <a:cubicBezTo>
                    <a:pt x="10588247" y="0"/>
                    <a:pt x="10630157" y="41910"/>
                    <a:pt x="10630157" y="92710"/>
                  </a:cubicBezTo>
                  <a:lnTo>
                    <a:pt x="10630157" y="18232726"/>
                  </a:lnTo>
                  <a:cubicBezTo>
                    <a:pt x="10631426" y="18284796"/>
                    <a:pt x="10589516" y="18326706"/>
                    <a:pt x="10538716" y="18326706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694927" cy="18390206"/>
            </a:xfrm>
            <a:custGeom>
              <a:avLst/>
              <a:gdLst/>
              <a:ahLst/>
              <a:cxnLst/>
              <a:rect l="l" t="t" r="r" b="b"/>
              <a:pathLst>
                <a:path w="10694927" h="18390206">
                  <a:moveTo>
                    <a:pt x="10570466" y="59690"/>
                  </a:moveTo>
                  <a:cubicBezTo>
                    <a:pt x="10606026" y="59690"/>
                    <a:pt x="10635237" y="88900"/>
                    <a:pt x="10635237" y="124460"/>
                  </a:cubicBezTo>
                  <a:lnTo>
                    <a:pt x="10635237" y="18265746"/>
                  </a:lnTo>
                  <a:cubicBezTo>
                    <a:pt x="10635237" y="18301306"/>
                    <a:pt x="10606026" y="18330517"/>
                    <a:pt x="10570466" y="18330517"/>
                  </a:cubicBezTo>
                  <a:lnTo>
                    <a:pt x="124460" y="18330517"/>
                  </a:lnTo>
                  <a:cubicBezTo>
                    <a:pt x="88900" y="18330517"/>
                    <a:pt x="59690" y="18301306"/>
                    <a:pt x="59690" y="1826574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570466" y="59690"/>
                  </a:lnTo>
                  <a:moveTo>
                    <a:pt x="1057046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265746"/>
                  </a:lnTo>
                  <a:cubicBezTo>
                    <a:pt x="0" y="18334326"/>
                    <a:pt x="55880" y="18390206"/>
                    <a:pt x="124460" y="18390206"/>
                  </a:cubicBezTo>
                  <a:lnTo>
                    <a:pt x="10570466" y="18390206"/>
                  </a:lnTo>
                  <a:cubicBezTo>
                    <a:pt x="10639047" y="18390206"/>
                    <a:pt x="10694927" y="18334326"/>
                    <a:pt x="10694927" y="18265746"/>
                  </a:cubicBezTo>
                  <a:lnTo>
                    <a:pt x="10694927" y="124460"/>
                  </a:lnTo>
                  <a:cubicBezTo>
                    <a:pt x="10694927" y="55880"/>
                    <a:pt x="10639047" y="0"/>
                    <a:pt x="10570466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47399" y="2231227"/>
            <a:ext cx="12646723" cy="7461258"/>
            <a:chOff x="0" y="0"/>
            <a:chExt cx="31171128" cy="18390206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31106387" cy="18326706"/>
            </a:xfrm>
            <a:custGeom>
              <a:avLst/>
              <a:gdLst/>
              <a:ahLst/>
              <a:cxnLst/>
              <a:rect l="l" t="t" r="r" b="b"/>
              <a:pathLst>
                <a:path w="31106387" h="18326706">
                  <a:moveTo>
                    <a:pt x="31014919" y="18326706"/>
                  </a:moveTo>
                  <a:lnTo>
                    <a:pt x="92710" y="18326706"/>
                  </a:lnTo>
                  <a:cubicBezTo>
                    <a:pt x="41910" y="18326706"/>
                    <a:pt x="0" y="18284796"/>
                    <a:pt x="0" y="1823399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1013648" y="0"/>
                  </a:lnTo>
                  <a:cubicBezTo>
                    <a:pt x="31064448" y="0"/>
                    <a:pt x="31106359" y="41910"/>
                    <a:pt x="31106359" y="92710"/>
                  </a:cubicBezTo>
                  <a:lnTo>
                    <a:pt x="31106359" y="18232726"/>
                  </a:lnTo>
                  <a:cubicBezTo>
                    <a:pt x="31107627" y="18284796"/>
                    <a:pt x="31065719" y="18326706"/>
                    <a:pt x="31014919" y="18326706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1171127" cy="18390206"/>
            </a:xfrm>
            <a:custGeom>
              <a:avLst/>
              <a:gdLst/>
              <a:ahLst/>
              <a:cxnLst/>
              <a:rect l="l" t="t" r="r" b="b"/>
              <a:pathLst>
                <a:path w="31171127" h="18390206">
                  <a:moveTo>
                    <a:pt x="31046669" y="59690"/>
                  </a:moveTo>
                  <a:cubicBezTo>
                    <a:pt x="31082227" y="59690"/>
                    <a:pt x="31111437" y="88900"/>
                    <a:pt x="31111437" y="124460"/>
                  </a:cubicBezTo>
                  <a:lnTo>
                    <a:pt x="31111437" y="18265746"/>
                  </a:lnTo>
                  <a:cubicBezTo>
                    <a:pt x="31111437" y="18301306"/>
                    <a:pt x="31082227" y="18330517"/>
                    <a:pt x="31046669" y="18330517"/>
                  </a:cubicBezTo>
                  <a:lnTo>
                    <a:pt x="124460" y="18330517"/>
                  </a:lnTo>
                  <a:cubicBezTo>
                    <a:pt x="88900" y="18330517"/>
                    <a:pt x="59690" y="18301306"/>
                    <a:pt x="59690" y="1826574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046669" y="59690"/>
                  </a:lnTo>
                  <a:moveTo>
                    <a:pt x="310466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265746"/>
                  </a:lnTo>
                  <a:cubicBezTo>
                    <a:pt x="0" y="18334326"/>
                    <a:pt x="55880" y="18390206"/>
                    <a:pt x="124460" y="18390206"/>
                  </a:cubicBezTo>
                  <a:lnTo>
                    <a:pt x="31046669" y="18390206"/>
                  </a:lnTo>
                  <a:cubicBezTo>
                    <a:pt x="31115248" y="18390206"/>
                    <a:pt x="31171127" y="18334326"/>
                    <a:pt x="31171127" y="18265746"/>
                  </a:cubicBezTo>
                  <a:lnTo>
                    <a:pt x="31171127" y="124460"/>
                  </a:lnTo>
                  <a:cubicBezTo>
                    <a:pt x="31171127" y="55880"/>
                    <a:pt x="31115248" y="0"/>
                    <a:pt x="31046669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879698" y="566221"/>
            <a:ext cx="1122968" cy="1065940"/>
            <a:chOff x="0" y="0"/>
            <a:chExt cx="1497291" cy="142125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97291" cy="1421253"/>
              <a:chOff x="0" y="0"/>
              <a:chExt cx="2275056" cy="215952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6021" y="504062"/>
              <a:ext cx="1205249" cy="370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6"/>
                </a:lnSpc>
              </a:pPr>
              <a:r>
                <a:rPr lang="en-US" sz="9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Add your</a:t>
              </a:r>
            </a:p>
            <a:p>
              <a:pPr marL="0" lvl="0" indent="0" algn="ctr">
                <a:lnSpc>
                  <a:spcPts val="1026"/>
                </a:lnSpc>
              </a:pPr>
              <a:r>
                <a:rPr lang="en-US" sz="9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idea here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47399" y="559874"/>
            <a:ext cx="8596601" cy="149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5691" b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Existing vs Ledger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47399" y="2231227"/>
            <a:ext cx="12625291" cy="480901"/>
            <a:chOff x="0" y="0"/>
            <a:chExt cx="31118305" cy="1185304"/>
          </a:xfrm>
        </p:grpSpPr>
        <p:sp>
          <p:nvSpPr>
            <p:cNvPr id="16" name="Freeform 16"/>
            <p:cNvSpPr/>
            <p:nvPr/>
          </p:nvSpPr>
          <p:spPr>
            <a:xfrm>
              <a:off x="31750" y="31750"/>
              <a:ext cx="31053562" cy="1121804"/>
            </a:xfrm>
            <a:custGeom>
              <a:avLst/>
              <a:gdLst/>
              <a:ahLst/>
              <a:cxnLst/>
              <a:rect l="l" t="t" r="r" b="b"/>
              <a:pathLst>
                <a:path w="31053562" h="1121804">
                  <a:moveTo>
                    <a:pt x="30962095" y="1121804"/>
                  </a:moveTo>
                  <a:lnTo>
                    <a:pt x="92710" y="1121804"/>
                  </a:lnTo>
                  <a:cubicBezTo>
                    <a:pt x="41910" y="1121804"/>
                    <a:pt x="0" y="1079894"/>
                    <a:pt x="0" y="10290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0960826" y="0"/>
                  </a:lnTo>
                  <a:cubicBezTo>
                    <a:pt x="31011626" y="0"/>
                    <a:pt x="31053534" y="41910"/>
                    <a:pt x="31053534" y="92710"/>
                  </a:cubicBezTo>
                  <a:lnTo>
                    <a:pt x="31053534" y="1027824"/>
                  </a:lnTo>
                  <a:cubicBezTo>
                    <a:pt x="31054805" y="1079894"/>
                    <a:pt x="31012895" y="1121804"/>
                    <a:pt x="30962095" y="11218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31118305" cy="1185304"/>
            </a:xfrm>
            <a:custGeom>
              <a:avLst/>
              <a:gdLst/>
              <a:ahLst/>
              <a:cxnLst/>
              <a:rect l="l" t="t" r="r" b="b"/>
              <a:pathLst>
                <a:path w="31118305" h="1185304">
                  <a:moveTo>
                    <a:pt x="30993845" y="59690"/>
                  </a:moveTo>
                  <a:cubicBezTo>
                    <a:pt x="31029405" y="59690"/>
                    <a:pt x="31058616" y="88900"/>
                    <a:pt x="31058616" y="124460"/>
                  </a:cubicBezTo>
                  <a:lnTo>
                    <a:pt x="31058616" y="1060844"/>
                  </a:lnTo>
                  <a:cubicBezTo>
                    <a:pt x="31058616" y="1096404"/>
                    <a:pt x="31029405" y="1125614"/>
                    <a:pt x="30993845" y="1125614"/>
                  </a:cubicBezTo>
                  <a:lnTo>
                    <a:pt x="124460" y="1125614"/>
                  </a:lnTo>
                  <a:cubicBezTo>
                    <a:pt x="88900" y="1125614"/>
                    <a:pt x="59690" y="1096404"/>
                    <a:pt x="59690" y="10608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0993845" y="59690"/>
                  </a:lnTo>
                  <a:moveTo>
                    <a:pt x="3099384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60844"/>
                  </a:lnTo>
                  <a:cubicBezTo>
                    <a:pt x="0" y="1129424"/>
                    <a:pt x="55880" y="1185304"/>
                    <a:pt x="124460" y="1185304"/>
                  </a:cubicBezTo>
                  <a:lnTo>
                    <a:pt x="30993845" y="1185304"/>
                  </a:lnTo>
                  <a:cubicBezTo>
                    <a:pt x="31062426" y="1185304"/>
                    <a:pt x="31118305" y="1129424"/>
                    <a:pt x="31118305" y="1060844"/>
                  </a:cubicBezTo>
                  <a:lnTo>
                    <a:pt x="31118305" y="124460"/>
                  </a:lnTo>
                  <a:cubicBezTo>
                    <a:pt x="31118305" y="55880"/>
                    <a:pt x="31062426" y="0"/>
                    <a:pt x="309938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28172" y="2405002"/>
            <a:ext cx="133350" cy="1333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67353" y="2405002"/>
            <a:ext cx="133350" cy="13335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95878" y="2405002"/>
            <a:ext cx="133350" cy="133350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321909" y="2272833"/>
            <a:ext cx="3097703" cy="30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101010"/>
                </a:solidFill>
                <a:latin typeface="Agrandir Bold"/>
                <a:ea typeface="Agrandir Bold"/>
                <a:cs typeface="Agrandir Bold"/>
                <a:sym typeface="Agrandir Bold"/>
              </a:rPr>
              <a:t>Cloud vs Local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424325" y="2231227"/>
            <a:ext cx="4350566" cy="487401"/>
            <a:chOff x="0" y="0"/>
            <a:chExt cx="5800755" cy="64986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5800755" cy="649868"/>
              <a:chOff x="0" y="0"/>
              <a:chExt cx="10723099" cy="120132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1750" y="31750"/>
                <a:ext cx="10658357" cy="1137827"/>
              </a:xfrm>
              <a:custGeom>
                <a:avLst/>
                <a:gdLst/>
                <a:ahLst/>
                <a:cxnLst/>
                <a:rect l="l" t="t" r="r" b="b"/>
                <a:pathLst>
                  <a:path w="10658357" h="1137827">
                    <a:moveTo>
                      <a:pt x="10566888" y="1137827"/>
                    </a:moveTo>
                    <a:lnTo>
                      <a:pt x="92710" y="1137827"/>
                    </a:lnTo>
                    <a:cubicBezTo>
                      <a:pt x="41910" y="1137827"/>
                      <a:pt x="0" y="1095917"/>
                      <a:pt x="0" y="10451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565619" y="0"/>
                    </a:lnTo>
                    <a:cubicBezTo>
                      <a:pt x="10616419" y="0"/>
                      <a:pt x="10658328" y="41910"/>
                      <a:pt x="10658328" y="92710"/>
                    </a:cubicBezTo>
                    <a:lnTo>
                      <a:pt x="10658328" y="1043847"/>
                    </a:lnTo>
                    <a:cubicBezTo>
                      <a:pt x="10659599" y="1095917"/>
                      <a:pt x="10617688" y="1137827"/>
                      <a:pt x="10566888" y="11378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10723099" cy="1201327"/>
              </a:xfrm>
              <a:custGeom>
                <a:avLst/>
                <a:gdLst/>
                <a:ahLst/>
                <a:cxnLst/>
                <a:rect l="l" t="t" r="r" b="b"/>
                <a:pathLst>
                  <a:path w="10723099" h="1201327">
                    <a:moveTo>
                      <a:pt x="10598638" y="59690"/>
                    </a:moveTo>
                    <a:cubicBezTo>
                      <a:pt x="10634199" y="59690"/>
                      <a:pt x="10663409" y="88900"/>
                      <a:pt x="10663409" y="124460"/>
                    </a:cubicBezTo>
                    <a:lnTo>
                      <a:pt x="10663409" y="1076867"/>
                    </a:lnTo>
                    <a:cubicBezTo>
                      <a:pt x="10663409" y="1112427"/>
                      <a:pt x="10634199" y="1141637"/>
                      <a:pt x="10598638" y="1141637"/>
                    </a:cubicBezTo>
                    <a:lnTo>
                      <a:pt x="124460" y="1141637"/>
                    </a:lnTo>
                    <a:cubicBezTo>
                      <a:pt x="88900" y="1141637"/>
                      <a:pt x="59690" y="1112427"/>
                      <a:pt x="59690" y="10768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598639" y="59690"/>
                    </a:lnTo>
                    <a:moveTo>
                      <a:pt x="1059863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076867"/>
                    </a:lnTo>
                    <a:cubicBezTo>
                      <a:pt x="0" y="1145447"/>
                      <a:pt x="55880" y="1201327"/>
                      <a:pt x="124460" y="1201327"/>
                    </a:cubicBezTo>
                    <a:lnTo>
                      <a:pt x="10598639" y="1201327"/>
                    </a:lnTo>
                    <a:cubicBezTo>
                      <a:pt x="10667219" y="1201327"/>
                      <a:pt x="10723099" y="1145447"/>
                      <a:pt x="10723099" y="1076867"/>
                    </a:cubicBezTo>
                    <a:lnTo>
                      <a:pt x="10723099" y="124460"/>
                    </a:lnTo>
                    <a:cubicBezTo>
                      <a:pt x="10723099" y="55880"/>
                      <a:pt x="10667219" y="0"/>
                      <a:pt x="105986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27622" y="84049"/>
              <a:ext cx="4130270" cy="446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Our favorite ideas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 rot="490694">
            <a:off x="16823770" y="1085531"/>
            <a:ext cx="905750" cy="73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Ads vs Ad-Free</a:t>
            </a:r>
          </a:p>
        </p:txBody>
      </p:sp>
      <p:sp>
        <p:nvSpPr>
          <p:cNvPr id="31" name="TextBox 31"/>
          <p:cNvSpPr txBox="1"/>
          <p:nvPr/>
        </p:nvSpPr>
        <p:spPr>
          <a:xfrm rot="490694">
            <a:off x="16823770" y="963703"/>
            <a:ext cx="905750" cy="97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Accounts vs Anonymous</a:t>
            </a:r>
          </a:p>
        </p:txBody>
      </p:sp>
      <p:sp>
        <p:nvSpPr>
          <p:cNvPr id="32" name="TextBox 32"/>
          <p:cNvSpPr txBox="1"/>
          <p:nvPr/>
        </p:nvSpPr>
        <p:spPr>
          <a:xfrm rot="-405768">
            <a:off x="16444310" y="595392"/>
            <a:ext cx="1036351" cy="28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  <a:spcBef>
                <a:spcPct val="0"/>
              </a:spcBef>
            </a:pPr>
            <a:endParaRPr lang="en-US" sz="2787">
              <a:solidFill>
                <a:srgbClr val="57FFFF"/>
              </a:solidFill>
              <a:latin typeface="Nickainley"/>
              <a:ea typeface="Nickainley"/>
              <a:cs typeface="Nickainley"/>
              <a:sym typeface="Nickainley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9262153" y="507345"/>
            <a:ext cx="1481297" cy="1154148"/>
            <a:chOff x="0" y="0"/>
            <a:chExt cx="1975063" cy="1538863"/>
          </a:xfrm>
        </p:grpSpPr>
        <p:grpSp>
          <p:nvGrpSpPr>
            <p:cNvPr id="34" name="Group 34"/>
            <p:cNvGrpSpPr>
              <a:grpSpLocks noChangeAspect="1"/>
            </p:cNvGrpSpPr>
            <p:nvPr/>
          </p:nvGrpSpPr>
          <p:grpSpPr>
            <a:xfrm>
              <a:off x="698852" y="0"/>
              <a:ext cx="577359" cy="577359"/>
              <a:chOff x="-2540" y="-2540"/>
              <a:chExt cx="6355080" cy="635508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68878" y="89943"/>
              <a:ext cx="161106" cy="463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0"/>
                </a:lnSpc>
                <a:spcBef>
                  <a:spcPct val="0"/>
                </a:spcBef>
              </a:pPr>
              <a:r>
                <a:rPr lang="en-US" sz="2386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731978"/>
              <a:ext cx="1975063" cy="806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000" spc="5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Copy a sticky note, then write your thoughts.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11852" y="538054"/>
            <a:ext cx="1633697" cy="1154148"/>
            <a:chOff x="0" y="0"/>
            <a:chExt cx="2178263" cy="1538863"/>
          </a:xfrm>
        </p:grpSpPr>
        <p:grpSp>
          <p:nvGrpSpPr>
            <p:cNvPr id="39" name="Group 39"/>
            <p:cNvGrpSpPr>
              <a:grpSpLocks noChangeAspect="1"/>
            </p:cNvGrpSpPr>
            <p:nvPr/>
          </p:nvGrpSpPr>
          <p:grpSpPr>
            <a:xfrm>
              <a:off x="800452" y="0"/>
              <a:ext cx="577359" cy="577359"/>
              <a:chOff x="-2540" y="-2540"/>
              <a:chExt cx="6355080" cy="635508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28025" y="95472"/>
              <a:ext cx="161106" cy="405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16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741503"/>
              <a:ext cx="2178263" cy="797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99"/>
                </a:lnSpc>
                <a:spcBef>
                  <a:spcPct val="0"/>
                </a:spcBef>
              </a:pPr>
              <a:r>
                <a:rPr lang="en-US" sz="999" u="none" spc="4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Vote for your favorite</a:t>
              </a:r>
            </a:p>
            <a:p>
              <a:pPr marL="0" lvl="0" indent="0" algn="ctr">
                <a:lnSpc>
                  <a:spcPts val="1499"/>
                </a:lnSpc>
                <a:spcBef>
                  <a:spcPct val="0"/>
                </a:spcBef>
              </a:pPr>
              <a:r>
                <a:rPr lang="en-US" sz="999" u="none" spc="4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ideas with these stickers.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047957" y="538579"/>
            <a:ext cx="1481297" cy="1181265"/>
            <a:chOff x="0" y="0"/>
            <a:chExt cx="1975063" cy="1575021"/>
          </a:xfrm>
        </p:grpSpPr>
        <p:grpSp>
          <p:nvGrpSpPr>
            <p:cNvPr id="44" name="Group 44"/>
            <p:cNvGrpSpPr>
              <a:grpSpLocks noChangeAspect="1"/>
            </p:cNvGrpSpPr>
            <p:nvPr/>
          </p:nvGrpSpPr>
          <p:grpSpPr>
            <a:xfrm>
              <a:off x="698852" y="0"/>
              <a:ext cx="577359" cy="577359"/>
              <a:chOff x="-2540" y="-2540"/>
              <a:chExt cx="6355080" cy="635508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26425" y="102912"/>
              <a:ext cx="161106" cy="405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16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768135"/>
              <a:ext cx="1975063" cy="806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  <a:spcBef>
                  <a:spcPct val="0"/>
                </a:spcBef>
              </a:pPr>
              <a:r>
                <a:rPr lang="en-US" sz="1000" u="none" spc="5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Put these reaction stickers to any</a:t>
              </a:r>
            </a:p>
            <a:p>
              <a:pPr marL="0" lvl="0" indent="0" algn="ctr">
                <a:lnSpc>
                  <a:spcPts val="1500"/>
                </a:lnSpc>
                <a:spcBef>
                  <a:spcPct val="0"/>
                </a:spcBef>
              </a:pPr>
              <a:r>
                <a:rPr lang="en-US" sz="1000" u="none" spc="5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promising ideas.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 rot="-409131">
            <a:off x="13928084" y="505740"/>
            <a:ext cx="592639" cy="592639"/>
            <a:chOff x="0" y="0"/>
            <a:chExt cx="790185" cy="790185"/>
          </a:xfrm>
        </p:grpSpPr>
        <p:grpSp>
          <p:nvGrpSpPr>
            <p:cNvPr id="49" name="Group 49"/>
            <p:cNvGrpSpPr>
              <a:grpSpLocks noChangeAspect="1"/>
            </p:cNvGrpSpPr>
            <p:nvPr/>
          </p:nvGrpSpPr>
          <p:grpSpPr>
            <a:xfrm>
              <a:off x="0" y="0"/>
              <a:ext cx="790185" cy="790185"/>
              <a:chOff x="-2540" y="-2540"/>
              <a:chExt cx="6355080" cy="635508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51" name="Freeform 51"/>
            <p:cNvSpPr/>
            <p:nvPr/>
          </p:nvSpPr>
          <p:spPr>
            <a:xfrm>
              <a:off x="187328" y="191483"/>
              <a:ext cx="415529" cy="407218"/>
            </a:xfrm>
            <a:custGeom>
              <a:avLst/>
              <a:gdLst/>
              <a:ahLst/>
              <a:cxnLst/>
              <a:rect l="l" t="t" r="r" b="b"/>
              <a:pathLst>
                <a:path w="415529" h="407218">
                  <a:moveTo>
                    <a:pt x="0" y="0"/>
                  </a:moveTo>
                  <a:lnTo>
                    <a:pt x="415529" y="0"/>
                  </a:lnTo>
                  <a:lnTo>
                    <a:pt x="415529" y="407218"/>
                  </a:lnTo>
                  <a:lnTo>
                    <a:pt x="0" y="4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 rot="738725">
            <a:off x="14257489" y="1130106"/>
            <a:ext cx="592639" cy="592639"/>
            <a:chOff x="0" y="0"/>
            <a:chExt cx="790185" cy="790185"/>
          </a:xfrm>
        </p:grpSpPr>
        <p:grpSp>
          <p:nvGrpSpPr>
            <p:cNvPr id="53" name="Group 53"/>
            <p:cNvGrpSpPr>
              <a:grpSpLocks noChangeAspect="1"/>
            </p:cNvGrpSpPr>
            <p:nvPr/>
          </p:nvGrpSpPr>
          <p:grpSpPr>
            <a:xfrm>
              <a:off x="0" y="0"/>
              <a:ext cx="790185" cy="790185"/>
              <a:chOff x="-2540" y="-2540"/>
              <a:chExt cx="6355080" cy="635508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55" name="Freeform 55"/>
            <p:cNvSpPr/>
            <p:nvPr/>
          </p:nvSpPr>
          <p:spPr>
            <a:xfrm>
              <a:off x="187328" y="191483"/>
              <a:ext cx="415529" cy="407218"/>
            </a:xfrm>
            <a:custGeom>
              <a:avLst/>
              <a:gdLst/>
              <a:ahLst/>
              <a:cxnLst/>
              <a:rect l="l" t="t" r="r" b="b"/>
              <a:pathLst>
                <a:path w="415529" h="407218">
                  <a:moveTo>
                    <a:pt x="0" y="0"/>
                  </a:moveTo>
                  <a:lnTo>
                    <a:pt x="415529" y="0"/>
                  </a:lnTo>
                  <a:lnTo>
                    <a:pt x="415529" y="407218"/>
                  </a:lnTo>
                  <a:lnTo>
                    <a:pt x="0" y="4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 Makes Us Different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Sub-second logging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093238" y="3088351"/>
            <a:ext cx="881343" cy="881343"/>
            <a:chOff x="0" y="0"/>
            <a:chExt cx="1175123" cy="1175123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93238" y="6686617"/>
            <a:ext cx="881343" cy="881343"/>
            <a:chOff x="0" y="0"/>
            <a:chExt cx="1175123" cy="1175123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15795" y="4316926"/>
            <a:ext cx="1613879" cy="1531920"/>
            <a:chOff x="0" y="0"/>
            <a:chExt cx="2151838" cy="204256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Freeform 16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11297" y="649027"/>
              <a:ext cx="1529243" cy="687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59227" y="4316926"/>
            <a:ext cx="1613879" cy="1531920"/>
            <a:chOff x="0" y="0"/>
            <a:chExt cx="2151838" cy="204256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Freeform 22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11297" y="649027"/>
              <a:ext cx="1529243" cy="687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302658" y="4316926"/>
            <a:ext cx="1613879" cy="1531920"/>
            <a:chOff x="0" y="0"/>
            <a:chExt cx="2151838" cy="204256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11297" y="649027"/>
              <a:ext cx="1529243" cy="687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52758" y="3433772"/>
            <a:ext cx="6617970" cy="3693516"/>
            <a:chOff x="0" y="0"/>
            <a:chExt cx="8823961" cy="4924688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19050"/>
              <a:ext cx="8823961" cy="2936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en-US" sz="7500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ACTION ITEMS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405133"/>
              <a:ext cx="8823961" cy="1519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et's go back to the previous pages and 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synthesize what next actions are appropriate 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for us to move forward as a group.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392" y="3264904"/>
            <a:ext cx="4672836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Local AI Coaching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519392" y="6677157"/>
            <a:ext cx="4672836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Zero databases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2763" y="3235460"/>
            <a:ext cx="881343" cy="881343"/>
            <a:chOff x="0" y="0"/>
            <a:chExt cx="1175123" cy="1175123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2763" y="4483092"/>
            <a:ext cx="881343" cy="881343"/>
            <a:chOff x="0" y="0"/>
            <a:chExt cx="1175123" cy="1175123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366298" y="330796"/>
              <a:ext cx="442528" cy="532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76307" y="1028700"/>
            <a:ext cx="4174279" cy="3894345"/>
            <a:chOff x="0" y="0"/>
            <a:chExt cx="10288594" cy="9598624"/>
          </a:xfrm>
        </p:grpSpPr>
        <p:sp>
          <p:nvSpPr>
            <p:cNvPr id="11" name="Freeform 11"/>
            <p:cNvSpPr/>
            <p:nvPr/>
          </p:nvSpPr>
          <p:spPr>
            <a:xfrm>
              <a:off x="31750" y="31750"/>
              <a:ext cx="10223852" cy="9535124"/>
            </a:xfrm>
            <a:custGeom>
              <a:avLst/>
              <a:gdLst/>
              <a:ahLst/>
              <a:cxnLst/>
              <a:rect l="l" t="t" r="r" b="b"/>
              <a:pathLst>
                <a:path w="10223852" h="9535124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0288594" cy="9598624"/>
            </a:xfrm>
            <a:custGeom>
              <a:avLst/>
              <a:gdLst/>
              <a:ahLst/>
              <a:cxnLst/>
              <a:rect l="l" t="t" r="r" b="b"/>
              <a:pathLst>
                <a:path w="10288594" h="959862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880958" y="1028700"/>
            <a:ext cx="4174279" cy="3894345"/>
            <a:chOff x="0" y="0"/>
            <a:chExt cx="10288594" cy="9598624"/>
          </a:xfrm>
        </p:grpSpPr>
        <p:sp>
          <p:nvSpPr>
            <p:cNvPr id="14" name="Freeform 14"/>
            <p:cNvSpPr/>
            <p:nvPr/>
          </p:nvSpPr>
          <p:spPr>
            <a:xfrm>
              <a:off x="31750" y="31750"/>
              <a:ext cx="10223852" cy="9535124"/>
            </a:xfrm>
            <a:custGeom>
              <a:avLst/>
              <a:gdLst/>
              <a:ahLst/>
              <a:cxnLst/>
              <a:rect l="l" t="t" r="r" b="b"/>
              <a:pathLst>
                <a:path w="10223852" h="9535124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288594" cy="9598624"/>
            </a:xfrm>
            <a:custGeom>
              <a:avLst/>
              <a:gdLst/>
              <a:ahLst/>
              <a:cxnLst/>
              <a:rect l="l" t="t" r="r" b="b"/>
              <a:pathLst>
                <a:path w="10288594" h="959862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5898828" y="5912055"/>
            <a:ext cx="1060764" cy="1056620"/>
            <a:chOff x="0" y="0"/>
            <a:chExt cx="6502400" cy="6477000"/>
          </a:xfrm>
        </p:grpSpPr>
        <p:sp>
          <p:nvSpPr>
            <p:cNvPr id="17" name="Freeform 17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78340" t="-28996" r="-85901" b="-22490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4490364" y="5912055"/>
            <a:ext cx="1060764" cy="1056620"/>
            <a:chOff x="0" y="0"/>
            <a:chExt cx="6502400" cy="6477000"/>
          </a:xfrm>
        </p:grpSpPr>
        <p:sp>
          <p:nvSpPr>
            <p:cNvPr id="20" name="Freeform 20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3"/>
              <a:stretch>
                <a:fillRect l="-86973" t="-17100" r="-160548" b="-114816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673434" y="5912055"/>
            <a:ext cx="1060764" cy="1056620"/>
            <a:chOff x="0" y="0"/>
            <a:chExt cx="6502400" cy="6477000"/>
          </a:xfrm>
        </p:grpSpPr>
        <p:sp>
          <p:nvSpPr>
            <p:cNvPr id="23" name="Freeform 23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66101" r="223" b="-13323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32763" y="1020617"/>
            <a:ext cx="5726830" cy="236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499" b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How Ledger Works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58917" y="3412013"/>
            <a:ext cx="4312884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1. Open app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58917" y="4473632"/>
            <a:ext cx="4312884" cy="3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2. Log instantly</a:t>
            </a:r>
            <a:endParaRPr lang="en-US" sz="21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8276307" y="1028700"/>
            <a:ext cx="4174279" cy="590215"/>
            <a:chOff x="0" y="0"/>
            <a:chExt cx="5565706" cy="786953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l="l" t="t" r="r" b="b"/>
                <a:pathLst>
                  <a:path w="10223852" h="1391238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0" y="0"/>
                <a:ext cx="10288594" cy="1454738"/>
              </a:xfrm>
              <a:custGeom>
                <a:avLst/>
                <a:gdLst/>
                <a:ahLst/>
                <a:cxnLst/>
                <a:rect l="l" t="t" r="r" b="b"/>
                <a:pathLst>
                  <a:path w="10288594" h="1454738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25819" y="127292"/>
              <a:ext cx="2714068" cy="446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24330" y="1257132"/>
            <a:ext cx="601057" cy="133350"/>
            <a:chOff x="0" y="0"/>
            <a:chExt cx="801409" cy="1778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318909" y="0"/>
              <a:ext cx="177800" cy="177800"/>
              <a:chOff x="0" y="0"/>
              <a:chExt cx="6350000" cy="6350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40" name="Group 40"/>
          <p:cNvGrpSpPr/>
          <p:nvPr/>
        </p:nvGrpSpPr>
        <p:grpSpPr>
          <a:xfrm>
            <a:off x="12880958" y="1028700"/>
            <a:ext cx="4174279" cy="590215"/>
            <a:chOff x="0" y="0"/>
            <a:chExt cx="5565706" cy="786953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l="l" t="t" r="r" b="b"/>
                <a:pathLst>
                  <a:path w="10223852" h="1391238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10288594" cy="1454738"/>
              </a:xfrm>
              <a:custGeom>
                <a:avLst/>
                <a:gdLst/>
                <a:ahLst/>
                <a:cxnLst/>
                <a:rect l="l" t="t" r="r" b="b"/>
                <a:pathLst>
                  <a:path w="10288594" h="1454738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425819" y="127292"/>
              <a:ext cx="2714068" cy="446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76307" y="5364435"/>
            <a:ext cx="4174279" cy="3894345"/>
            <a:chOff x="0" y="0"/>
            <a:chExt cx="10288594" cy="9598624"/>
          </a:xfrm>
        </p:grpSpPr>
        <p:sp>
          <p:nvSpPr>
            <p:cNvPr id="46" name="Freeform 46"/>
            <p:cNvSpPr/>
            <p:nvPr/>
          </p:nvSpPr>
          <p:spPr>
            <a:xfrm>
              <a:off x="31750" y="31750"/>
              <a:ext cx="10223852" cy="9535124"/>
            </a:xfrm>
            <a:custGeom>
              <a:avLst/>
              <a:gdLst/>
              <a:ahLst/>
              <a:cxnLst/>
              <a:rect l="l" t="t" r="r" b="b"/>
              <a:pathLst>
                <a:path w="10223852" h="9535124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10288594" cy="9598624"/>
            </a:xfrm>
            <a:custGeom>
              <a:avLst/>
              <a:gdLst/>
              <a:ahLst/>
              <a:cxnLst/>
              <a:rect l="l" t="t" r="r" b="b"/>
              <a:pathLst>
                <a:path w="10288594" h="959862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880958" y="5364435"/>
            <a:ext cx="4174279" cy="3894345"/>
            <a:chOff x="0" y="0"/>
            <a:chExt cx="10288594" cy="9598624"/>
          </a:xfrm>
        </p:grpSpPr>
        <p:sp>
          <p:nvSpPr>
            <p:cNvPr id="49" name="Freeform 49"/>
            <p:cNvSpPr/>
            <p:nvPr/>
          </p:nvSpPr>
          <p:spPr>
            <a:xfrm>
              <a:off x="31750" y="31750"/>
              <a:ext cx="10223852" cy="9535124"/>
            </a:xfrm>
            <a:custGeom>
              <a:avLst/>
              <a:gdLst/>
              <a:ahLst/>
              <a:cxnLst/>
              <a:rect l="l" t="t" r="r" b="b"/>
              <a:pathLst>
                <a:path w="10223852" h="9535124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0288594" cy="9598624"/>
            </a:xfrm>
            <a:custGeom>
              <a:avLst/>
              <a:gdLst/>
              <a:ahLst/>
              <a:cxnLst/>
              <a:rect l="l" t="t" r="r" b="b"/>
              <a:pathLst>
                <a:path w="10288594" h="959862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633618" y="7239741"/>
            <a:ext cx="1344205" cy="1275941"/>
            <a:chOff x="0" y="0"/>
            <a:chExt cx="1792274" cy="1701255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1792274" cy="1701255"/>
              <a:chOff x="0" y="0"/>
              <a:chExt cx="2275056" cy="215952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5" name="Freeform 55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259281" y="540552"/>
              <a:ext cx="1273712" cy="572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15"/>
                </a:lnSpc>
              </a:pPr>
              <a:r>
                <a:rPr lang="en-US" sz="1242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id="57" name="Group 57"/>
          <p:cNvGrpSpPr>
            <a:grpSpLocks noChangeAspect="1"/>
          </p:cNvGrpSpPr>
          <p:nvPr/>
        </p:nvGrpSpPr>
        <p:grpSpPr>
          <a:xfrm>
            <a:off x="13958372" y="6649144"/>
            <a:ext cx="1060764" cy="1056620"/>
            <a:chOff x="0" y="0"/>
            <a:chExt cx="6502400" cy="6477000"/>
          </a:xfrm>
        </p:grpSpPr>
        <p:sp>
          <p:nvSpPr>
            <p:cNvPr id="58" name="Freeform 58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215336" t="-110973" r="-273112" b="-140719"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8276307" y="5364435"/>
            <a:ext cx="4174279" cy="590215"/>
            <a:chOff x="0" y="0"/>
            <a:chExt cx="5565706" cy="786953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l="l" t="t" r="r" b="b"/>
                <a:pathLst>
                  <a:path w="10223852" h="1391238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3" name="Freeform 63"/>
              <p:cNvSpPr/>
              <p:nvPr/>
            </p:nvSpPr>
            <p:spPr>
              <a:xfrm>
                <a:off x="0" y="0"/>
                <a:ext cx="10288594" cy="1454738"/>
              </a:xfrm>
              <a:custGeom>
                <a:avLst/>
                <a:gdLst/>
                <a:ahLst/>
                <a:cxnLst/>
                <a:rect l="l" t="t" r="r" b="b"/>
                <a:pathLst>
                  <a:path w="10288594" h="1454738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425819" y="127292"/>
              <a:ext cx="2714068" cy="446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3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24330" y="5592867"/>
            <a:ext cx="601057" cy="133350"/>
            <a:chOff x="0" y="0"/>
            <a:chExt cx="801409" cy="177800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68" name="Group 68"/>
            <p:cNvGrpSpPr/>
            <p:nvPr/>
          </p:nvGrpSpPr>
          <p:grpSpPr>
            <a:xfrm>
              <a:off x="318909" y="0"/>
              <a:ext cx="177800" cy="177800"/>
              <a:chOff x="0" y="0"/>
              <a:chExt cx="6350000" cy="63500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72" name="Group 72"/>
          <p:cNvGrpSpPr/>
          <p:nvPr/>
        </p:nvGrpSpPr>
        <p:grpSpPr>
          <a:xfrm>
            <a:off x="12880958" y="5364435"/>
            <a:ext cx="4174279" cy="590215"/>
            <a:chOff x="0" y="0"/>
            <a:chExt cx="5565706" cy="786953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l="l" t="t" r="r" b="b"/>
                <a:pathLst>
                  <a:path w="10223852" h="1391238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5" name="Freeform 75"/>
              <p:cNvSpPr/>
              <p:nvPr/>
            </p:nvSpPr>
            <p:spPr>
              <a:xfrm>
                <a:off x="0" y="0"/>
                <a:ext cx="10288594" cy="1454738"/>
              </a:xfrm>
              <a:custGeom>
                <a:avLst/>
                <a:gdLst/>
                <a:ahLst/>
                <a:cxnLst/>
                <a:rect l="l" t="t" r="r" b="b"/>
                <a:pathLst>
                  <a:path w="10288594" h="1454738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425819" y="127292"/>
              <a:ext cx="2714068" cy="446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256" y="3187707"/>
            <a:ext cx="15491489" cy="4909245"/>
            <a:chOff x="0" y="0"/>
            <a:chExt cx="20655318" cy="654566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20655318" cy="52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49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THE MIND IS JUST LIKE</a:t>
              </a:r>
            </a:p>
            <a:p>
              <a:pPr algn="ctr">
                <a:lnSpc>
                  <a:spcPts val="6049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A MUSCLE — THE MORE YOU EXERCISE IT, THE STRONGER IT GETS AND THE MORE</a:t>
              </a:r>
            </a:p>
            <a:p>
              <a:pPr algn="ctr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IT CAN EXPAND.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84179"/>
              <a:ext cx="20655318" cy="561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50"/>
                </a:lnSpc>
                <a:spcBef>
                  <a:spcPct val="0"/>
                </a:spcBef>
              </a:pPr>
              <a:r>
                <a:rPr lang="en-US" sz="2500" b="1" u="none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Idowu Koyenikan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Architecture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React Frontend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Technology Stack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React 19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736967" y="3274156"/>
            <a:ext cx="12814067" cy="4680306"/>
            <a:chOff x="0" y="0"/>
            <a:chExt cx="17085423" cy="6240408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17085423" cy="4876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50"/>
                </a:lnSpc>
              </a:pPr>
              <a:r>
                <a:rPr lang="en-US" sz="12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THAT'S A WRAP!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615910"/>
              <a:ext cx="17085423" cy="624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Thank you for participating.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Core Features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Categorized Logging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111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Streaks Gamification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53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Groq AI Advisor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Budget Warnings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Dynamic limits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111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Real-time updates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02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Visual alerts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738A8FA-64A7-D451-7749-8464ED6915A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70000"/>
            <a:ext cx="254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Analytics &amp; Insights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Top categories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Monthly trends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53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Visual progress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5F2435E9-A29F-851B-8B46-A32BF1048E6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70000"/>
            <a:ext cx="254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5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Privacy First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No backend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No trackers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20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Total data ownership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D320D8E-D674-5E38-667E-10D90B8856A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70000"/>
            <a:ext cx="254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61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Offline First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Service Workers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Instant booting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20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Works completely off-grid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AF77A740-3971-B004-4C61-872FC60937D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70000"/>
            <a:ext cx="254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8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Implementation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Transaction Engine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Budget System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02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AI Coach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3217571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Results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0ms Latency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111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Native App Feel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53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100% Private tracking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79481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Future Scope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Custom Categories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Recurring Logs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02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Biometric Lock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702451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Fast. Secure. Private.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111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Ready to scale locally.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51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endParaRPr lang="en-US" sz="5012">
              <a:solidFill>
                <a:srgbClr val="57FFFF"/>
              </a:solidFill>
              <a:latin typeface="Nickainley"/>
              <a:ea typeface="Nickainley"/>
              <a:cs typeface="Nickainley"/>
              <a:sym typeface="Nickainley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3793591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References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React Documentation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111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MDN PWA Specs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153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Tailwind CSS Guides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192439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542" y="2511821"/>
            <a:ext cx="5702635" cy="6093875"/>
            <a:chOff x="0" y="0"/>
            <a:chExt cx="11258832" cy="1203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58832" cy="12031265"/>
            </a:xfrm>
            <a:custGeom>
              <a:avLst/>
              <a:gdLst/>
              <a:ahLst/>
              <a:cxnLst/>
              <a:rect l="l" t="t" r="r" b="b"/>
              <a:pathLst>
                <a:path w="11258832" h="12031265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l="l" t="t" r="r" b="b"/>
                <a:pathLst>
                  <a:path w="10935838" h="1535727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1000580" cy="1599227"/>
              </a:xfrm>
              <a:custGeom>
                <a:avLst/>
                <a:gdLst/>
                <a:ahLst/>
                <a:cxnLst/>
                <a:rect l="l" t="t" r="r" b="b"/>
                <a:pathLst>
                  <a:path w="11000580" h="1599227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64349" y="252967"/>
              <a:ext cx="4684086" cy="542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</a:pPr>
              <a:r>
                <a:rPr lang="en-US" sz="2400" b="1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l="l" t="t" r="r" b="b"/>
                <a:pathLst>
                  <a:path w="2205206" h="2088401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l="l" t="t" r="r" b="b"/>
                <a:pathLst>
                  <a:path w="2207746" h="2090941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75056" cy="2159521"/>
              </a:xfrm>
              <a:custGeom>
                <a:avLst/>
                <a:gdLst/>
                <a:ahLst/>
                <a:cxnLst/>
                <a:rect l="l" t="t" r="r" b="b"/>
                <a:pathLst>
                  <a:path w="2275056" h="2159521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40919" y="489373"/>
              <a:ext cx="1183509" cy="544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26257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Thank You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52500"/>
            <a:ext cx="3933043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LEDGER</a:t>
            </a:r>
            <a:endParaRPr lang="en-US" sz="2400" u="none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91408" y="3454123"/>
            <a:ext cx="8711915" cy="4216272"/>
            <a:chOff x="0" y="0"/>
            <a:chExt cx="11615887" cy="562169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11615887" cy="4192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sz="5499" b="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95970"/>
              <a:ext cx="11615887" cy="102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Use these free recolorable icons and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4046" y="2859661"/>
            <a:ext cx="601057" cy="133350"/>
            <a:chOff x="0" y="0"/>
            <a:chExt cx="801409" cy="177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280869" y="287099"/>
              <a:ext cx="623020" cy="610559"/>
            </a:xfrm>
            <a:custGeom>
              <a:avLst/>
              <a:gdLst/>
              <a:ahLst/>
              <a:cxnLst/>
              <a:rect l="l" t="t" r="r" b="b"/>
              <a:pathLst>
                <a:path w="623020" h="610559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4290443" y="5497920"/>
            <a:ext cx="1358029" cy="7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Questions?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7247" y="5636591"/>
            <a:ext cx="1863466" cy="51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endParaRPr lang="en-US" sz="5012">
              <a:solidFill>
                <a:srgbClr val="57FFFF"/>
              </a:solidFill>
              <a:latin typeface="Nickainley"/>
              <a:ea typeface="Nickainley"/>
              <a:cs typeface="Nickainley"/>
              <a:sym typeface="Nickainley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4812684" y="7232250"/>
            <a:ext cx="601057" cy="133350"/>
            <a:chOff x="0" y="0"/>
            <a:chExt cx="801409" cy="1778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25391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Office PowerPoint</Application>
  <PresentationFormat>Custom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Agrandir</vt:lpstr>
      <vt:lpstr>Agrandir Bold</vt:lpstr>
      <vt:lpstr>Calibri</vt:lpstr>
      <vt:lpstr>Arial</vt:lpstr>
      <vt:lpstr>Horizon</vt:lpstr>
      <vt:lpstr>Nickainley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Mode Digital Brainstorm Presentation</dc:title>
  <cp:lastModifiedBy>Harsha N</cp:lastModifiedBy>
  <cp:revision>2</cp:revision>
  <dcterms:created xsi:type="dcterms:W3CDTF">2006-08-16T00:00:00Z</dcterms:created>
  <dcterms:modified xsi:type="dcterms:W3CDTF">2026-06-10T12:18:53Z</dcterms:modified>
  <dc:identifier>DAHMLMdxX0Y</dc:identifier>
</cp:coreProperties>
</file>