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Agrandir" charset="1" panose="00000500000000000000"/>
      <p:regular r:id="rId19"/>
    </p:embeddedFont>
    <p:embeddedFont>
      <p:font typeface="Horizon" charset="1" panose="02000500000000000000"/>
      <p:regular r:id="rId20"/>
    </p:embeddedFont>
    <p:embeddedFont>
      <p:font typeface="Agrandir Bold" charset="1" panose="00000800000000000000"/>
      <p:regular r:id="rId21"/>
    </p:embeddedFont>
    <p:embeddedFont>
      <p:font typeface="Nickainley" charset="1" panose="000005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jpeg" Type="http://schemas.openxmlformats.org/officeDocument/2006/relationships/image"/><Relationship Id="rId3" Target="../media/image12.jpeg" Type="http://schemas.openxmlformats.org/officeDocument/2006/relationships/image"/><Relationship Id="rId4" Target="../media/image13.jpeg" Type="http://schemas.openxmlformats.org/officeDocument/2006/relationships/image"/><Relationship Id="rId5" Target="../media/image14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326257" y="952500"/>
            <a:ext cx="393304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June 1,</a:t>
            </a:r>
            <a:r>
              <a:rPr lang="en-US" sz="2400" u="non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2021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52500"/>
            <a:ext cx="393304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MDM Compa</a:t>
            </a:r>
            <a:r>
              <a:rPr lang="en-US" sz="2400" u="non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ny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38991" y="3463214"/>
            <a:ext cx="15810019" cy="4179723"/>
            <a:chOff x="0" y="0"/>
            <a:chExt cx="21080025" cy="557296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19050"/>
              <a:ext cx="21080025" cy="42956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2100"/>
                </a:lnSpc>
              </a:pPr>
              <a:r>
                <a:rPr lang="en-US" b="true" sz="10999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DIGITAL BRAINSTORM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4948465"/>
              <a:ext cx="21080025" cy="6244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00"/>
                </a:lnSpc>
                <a:spcBef>
                  <a:spcPct val="0"/>
                </a:spcBef>
              </a:pPr>
              <a:r>
                <a:rPr lang="en-US" b="true" sz="2500">
                  <a:solidFill>
                    <a:srgbClr val="FF19C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A creative way to encourage everyone to think and share ideas.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326257" y="952500"/>
            <a:ext cx="393304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June 1,</a:t>
            </a:r>
            <a:r>
              <a:rPr lang="en-US" sz="2400" u="non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2021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52500"/>
            <a:ext cx="393304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MDM Compa</a:t>
            </a:r>
            <a:r>
              <a:rPr lang="en-US" sz="2400" u="non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ny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97603" y="3055998"/>
            <a:ext cx="13892794" cy="11605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0"/>
              </a:lnSpc>
            </a:pPr>
            <a:r>
              <a:rPr lang="en-US" b="true" sz="75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TODAY'S AGENDA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3148263" y="5701821"/>
            <a:ext cx="881343" cy="881343"/>
            <a:chOff x="0" y="0"/>
            <a:chExt cx="1175123" cy="1175123"/>
          </a:xfrm>
        </p:grpSpPr>
        <p:grpSp>
          <p:nvGrpSpPr>
            <p:cNvPr name="Group 6" id="6"/>
            <p:cNvGrpSpPr>
              <a:grpSpLocks noChangeAspect="true"/>
            </p:cNvGrpSpPr>
            <p:nvPr/>
          </p:nvGrpSpPr>
          <p:grpSpPr>
            <a:xfrm rot="0"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r="r" b="b" t="t" l="l"/>
                <a:pathLst>
                  <a:path h="6355080" w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name="TextBox 8" id="8"/>
            <p:cNvSpPr txBox="true"/>
            <p:nvPr/>
          </p:nvSpPr>
          <p:spPr>
            <a:xfrm rot="0">
              <a:off x="366298" y="330796"/>
              <a:ext cx="442528" cy="5325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612"/>
                </a:lnSpc>
                <a:spcBef>
                  <a:spcPct val="0"/>
                </a:spcBef>
              </a:pPr>
              <a:r>
                <a:rPr lang="en-US" b="true" sz="2721" u="none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1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4505855" y="5878374"/>
            <a:ext cx="4190940" cy="423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Int</a:t>
            </a:r>
            <a:r>
              <a:rPr lang="en-US" sz="2100" u="non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roduction to the Session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3148263" y="7579932"/>
            <a:ext cx="881343" cy="881343"/>
            <a:chOff x="0" y="0"/>
            <a:chExt cx="1175123" cy="1175123"/>
          </a:xfrm>
        </p:grpSpPr>
        <p:grpSp>
          <p:nvGrpSpPr>
            <p:cNvPr name="Group 11" id="11"/>
            <p:cNvGrpSpPr>
              <a:grpSpLocks noChangeAspect="true"/>
            </p:cNvGrpSpPr>
            <p:nvPr/>
          </p:nvGrpSpPr>
          <p:grpSpPr>
            <a:xfrm rot="0"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r="r" b="b" t="t" l="l"/>
                <a:pathLst>
                  <a:path h="6355080" w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366298" y="330796"/>
              <a:ext cx="442528" cy="5325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612"/>
                </a:lnSpc>
                <a:spcBef>
                  <a:spcPct val="0"/>
                </a:spcBef>
              </a:pPr>
              <a:r>
                <a:rPr lang="en-US" b="true" sz="2721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2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4505855" y="7756486"/>
            <a:ext cx="4190940" cy="423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Team Che</a:t>
            </a:r>
            <a:r>
              <a:rPr lang="en-US" sz="2100" u="non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ck-in and Icebreaker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631083" y="5701821"/>
            <a:ext cx="881343" cy="881343"/>
            <a:chOff x="0" y="0"/>
            <a:chExt cx="1175123" cy="1175123"/>
          </a:xfrm>
        </p:grpSpPr>
        <p:grpSp>
          <p:nvGrpSpPr>
            <p:cNvPr name="Group 16" id="16"/>
            <p:cNvGrpSpPr>
              <a:grpSpLocks noChangeAspect="true"/>
            </p:cNvGrpSpPr>
            <p:nvPr/>
          </p:nvGrpSpPr>
          <p:grpSpPr>
            <a:xfrm rot="0"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r="r" b="b" t="t" l="l"/>
                <a:pathLst>
                  <a:path h="6355080" w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name="TextBox 18" id="18"/>
            <p:cNvSpPr txBox="true"/>
            <p:nvPr/>
          </p:nvSpPr>
          <p:spPr>
            <a:xfrm rot="0">
              <a:off x="366298" y="330796"/>
              <a:ext cx="442528" cy="5325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612"/>
                </a:lnSpc>
                <a:spcBef>
                  <a:spcPct val="0"/>
                </a:spcBef>
              </a:pPr>
              <a:r>
                <a:rPr lang="en-US" b="true" sz="2721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3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10988675" y="5878374"/>
            <a:ext cx="4190940" cy="423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Digit</a:t>
            </a:r>
            <a:r>
              <a:rPr lang="en-US" sz="2100" u="non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al Brainstorm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631083" y="7579932"/>
            <a:ext cx="881343" cy="881343"/>
            <a:chOff x="0" y="0"/>
            <a:chExt cx="1175123" cy="1175123"/>
          </a:xfrm>
        </p:grpSpPr>
        <p:grpSp>
          <p:nvGrpSpPr>
            <p:cNvPr name="Group 21" id="21"/>
            <p:cNvGrpSpPr>
              <a:grpSpLocks noChangeAspect="true"/>
            </p:cNvGrpSpPr>
            <p:nvPr/>
          </p:nvGrpSpPr>
          <p:grpSpPr>
            <a:xfrm rot="0"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r="r" b="b" t="t" l="l"/>
                <a:pathLst>
                  <a:path h="6355080" w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name="TextBox 23" id="23"/>
            <p:cNvSpPr txBox="true"/>
            <p:nvPr/>
          </p:nvSpPr>
          <p:spPr>
            <a:xfrm rot="0">
              <a:off x="366298" y="330796"/>
              <a:ext cx="442528" cy="5325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612"/>
                </a:lnSpc>
                <a:spcBef>
                  <a:spcPct val="0"/>
                </a:spcBef>
              </a:pPr>
              <a:r>
                <a:rPr lang="en-US" b="true" sz="2721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4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10988675" y="7756486"/>
            <a:ext cx="4190940" cy="423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Summary an</a:t>
            </a:r>
            <a:r>
              <a:rPr lang="en-US" sz="2100" u="non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d Action Items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336518" y="2906684"/>
            <a:ext cx="5500825" cy="5904426"/>
            <a:chOff x="0" y="0"/>
            <a:chExt cx="10860394" cy="116572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860394" cy="11657233"/>
            </a:xfrm>
            <a:custGeom>
              <a:avLst/>
              <a:gdLst/>
              <a:ahLst/>
              <a:cxnLst/>
              <a:rect r="r" b="b" t="t" l="l"/>
              <a:pathLst>
                <a:path h="11657233" w="10860394">
                  <a:moveTo>
                    <a:pt x="10735934" y="59690"/>
                  </a:moveTo>
                  <a:cubicBezTo>
                    <a:pt x="10771494" y="59690"/>
                    <a:pt x="10800704" y="88900"/>
                    <a:pt x="10800704" y="124460"/>
                  </a:cubicBezTo>
                  <a:lnTo>
                    <a:pt x="10800704" y="11532773"/>
                  </a:lnTo>
                  <a:cubicBezTo>
                    <a:pt x="10800704" y="11568333"/>
                    <a:pt x="10771494" y="11597542"/>
                    <a:pt x="10735934" y="11597542"/>
                  </a:cubicBezTo>
                  <a:lnTo>
                    <a:pt x="124460" y="11597542"/>
                  </a:lnTo>
                  <a:cubicBezTo>
                    <a:pt x="88900" y="11597542"/>
                    <a:pt x="59690" y="11568333"/>
                    <a:pt x="59690" y="11532773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0735934" y="59690"/>
                  </a:lnTo>
                  <a:moveTo>
                    <a:pt x="10735934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532773"/>
                  </a:lnTo>
                  <a:cubicBezTo>
                    <a:pt x="0" y="11601352"/>
                    <a:pt x="55880" y="11657233"/>
                    <a:pt x="124460" y="11657233"/>
                  </a:cubicBezTo>
                  <a:lnTo>
                    <a:pt x="10735935" y="11657233"/>
                  </a:lnTo>
                  <a:cubicBezTo>
                    <a:pt x="10804514" y="11657233"/>
                    <a:pt x="10860394" y="11601352"/>
                    <a:pt x="10860394" y="11532773"/>
                  </a:cubicBezTo>
                  <a:lnTo>
                    <a:pt x="10860394" y="124460"/>
                  </a:lnTo>
                  <a:cubicBezTo>
                    <a:pt x="10860394" y="55880"/>
                    <a:pt x="10804514" y="0"/>
                    <a:pt x="10735934" y="0"/>
                  </a:cubicBezTo>
                  <a:close/>
                </a:path>
              </a:pathLst>
            </a:custGeom>
            <a:solidFill>
              <a:srgbClr val="57FFFF"/>
            </a:solid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1853510" y="4236469"/>
            <a:ext cx="4466843" cy="4073885"/>
          </a:xfrm>
          <a:custGeom>
            <a:avLst/>
            <a:gdLst/>
            <a:ahLst/>
            <a:cxnLst/>
            <a:rect r="r" b="b" t="t" l="l"/>
            <a:pathLst>
              <a:path h="4073885" w="4466843">
                <a:moveTo>
                  <a:pt x="0" y="0"/>
                </a:moveTo>
                <a:lnTo>
                  <a:pt x="4466842" y="0"/>
                </a:lnTo>
                <a:lnTo>
                  <a:pt x="4466842" y="4073886"/>
                </a:lnTo>
                <a:lnTo>
                  <a:pt x="0" y="40738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4807" r="0" b="-39661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855177" y="4626531"/>
            <a:ext cx="8379842" cy="3294124"/>
            <a:chOff x="0" y="0"/>
            <a:chExt cx="11173122" cy="4392165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-9525"/>
              <a:ext cx="11173122" cy="11252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050"/>
                </a:lnSpc>
              </a:pPr>
              <a:r>
                <a:rPr lang="en-US" b="true" sz="5499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INTRODUCTION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720370"/>
              <a:ext cx="11173122" cy="6013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59"/>
                </a:lnSpc>
              </a:pPr>
              <a:r>
                <a:rPr lang="en-US" b="true" sz="2400" u="none">
                  <a:solidFill>
                    <a:srgbClr val="57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Tomas</a:t>
              </a:r>
              <a:r>
                <a:rPr lang="en-US" sz="2400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 and </a:t>
              </a:r>
              <a:r>
                <a:rPr lang="en-US" b="true" sz="2400" u="none">
                  <a:solidFill>
                    <a:srgbClr val="FF19C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Chloe</a:t>
              </a:r>
              <a:r>
                <a:rPr lang="en-US" sz="2400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 will be our facilitators for this session.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945424"/>
              <a:ext cx="11173122" cy="14467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The goal of our session is to turn chaos into clarity. As facilitators,</a:t>
              </a:r>
            </a:p>
            <a:p>
              <a:pPr algn="l" marL="0" indent="0" lvl="0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our role is to keep the session on track and to ensure everyone participates in the discussion.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904300" y="1197189"/>
            <a:ext cx="393304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June 1,</a:t>
            </a:r>
            <a:r>
              <a:rPr lang="en-US" sz="2400" u="non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2021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47906" y="1197189"/>
            <a:ext cx="393304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MDM Compa</a:t>
            </a:r>
            <a:r>
              <a:rPr lang="en-US" sz="2400" u="non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ny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336518" y="2906684"/>
            <a:ext cx="5500825" cy="829030"/>
            <a:chOff x="0" y="0"/>
            <a:chExt cx="7334433" cy="1105373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7334433" cy="1105373"/>
              <a:chOff x="0" y="0"/>
              <a:chExt cx="13558210" cy="2043359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31750" y="31750"/>
                <a:ext cx="13493468" cy="1979859"/>
              </a:xfrm>
              <a:custGeom>
                <a:avLst/>
                <a:gdLst/>
                <a:ahLst/>
                <a:cxnLst/>
                <a:rect r="r" b="b" t="t" l="l"/>
                <a:pathLst>
                  <a:path h="1979859" w="13493468">
                    <a:moveTo>
                      <a:pt x="13402001" y="1979859"/>
                    </a:moveTo>
                    <a:lnTo>
                      <a:pt x="92710" y="1979859"/>
                    </a:lnTo>
                    <a:cubicBezTo>
                      <a:pt x="41910" y="1979859"/>
                      <a:pt x="0" y="1937949"/>
                      <a:pt x="0" y="1887149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3400731" y="0"/>
                    </a:lnTo>
                    <a:cubicBezTo>
                      <a:pt x="13451531" y="0"/>
                      <a:pt x="13493440" y="41910"/>
                      <a:pt x="13493440" y="92710"/>
                    </a:cubicBezTo>
                    <a:lnTo>
                      <a:pt x="13493440" y="1885879"/>
                    </a:lnTo>
                    <a:cubicBezTo>
                      <a:pt x="13494710" y="1937949"/>
                      <a:pt x="13452801" y="1979859"/>
                      <a:pt x="13402001" y="1979859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3558210" cy="2043359"/>
              </a:xfrm>
              <a:custGeom>
                <a:avLst/>
                <a:gdLst/>
                <a:ahLst/>
                <a:cxnLst/>
                <a:rect r="r" b="b" t="t" l="l"/>
                <a:pathLst>
                  <a:path h="2043359" w="13558210">
                    <a:moveTo>
                      <a:pt x="13433751" y="59690"/>
                    </a:moveTo>
                    <a:cubicBezTo>
                      <a:pt x="13469310" y="59690"/>
                      <a:pt x="13498520" y="88900"/>
                      <a:pt x="13498520" y="124460"/>
                    </a:cubicBezTo>
                    <a:lnTo>
                      <a:pt x="13498520" y="1918899"/>
                    </a:lnTo>
                    <a:cubicBezTo>
                      <a:pt x="13498520" y="1954459"/>
                      <a:pt x="13469310" y="1983669"/>
                      <a:pt x="13433751" y="1983669"/>
                    </a:cubicBezTo>
                    <a:lnTo>
                      <a:pt x="124460" y="1983669"/>
                    </a:lnTo>
                    <a:cubicBezTo>
                      <a:pt x="88900" y="1983669"/>
                      <a:pt x="59690" y="1954459"/>
                      <a:pt x="59690" y="1918899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3433751" y="59690"/>
                    </a:lnTo>
                    <a:moveTo>
                      <a:pt x="13433751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1918899"/>
                    </a:lnTo>
                    <a:cubicBezTo>
                      <a:pt x="0" y="1987479"/>
                      <a:pt x="55880" y="2043359"/>
                      <a:pt x="124460" y="2043359"/>
                    </a:cubicBezTo>
                    <a:lnTo>
                      <a:pt x="13433751" y="2043359"/>
                    </a:lnTo>
                    <a:cubicBezTo>
                      <a:pt x="13502331" y="2043359"/>
                      <a:pt x="13558210" y="1987479"/>
                      <a:pt x="13558210" y="1918899"/>
                    </a:cubicBezTo>
                    <a:lnTo>
                      <a:pt x="13558210" y="124460"/>
                    </a:lnTo>
                    <a:cubicBezTo>
                      <a:pt x="13558210" y="55880"/>
                      <a:pt x="13502331" y="0"/>
                      <a:pt x="13433751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1884990" y="233326"/>
              <a:ext cx="4116619" cy="56252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80"/>
                </a:lnSpc>
              </a:pPr>
              <a:r>
                <a:rPr lang="en-US" b="true" sz="2400">
                  <a:solidFill>
                    <a:srgbClr val="10101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Tomas and Chloe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53510" y="3254524"/>
            <a:ext cx="601057" cy="133350"/>
            <a:chOff x="0" y="0"/>
            <a:chExt cx="801409" cy="177800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177800" cy="177800"/>
              <a:chOff x="0" y="0"/>
              <a:chExt cx="6350000" cy="6350000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  <p:grpSp>
          <p:nvGrpSpPr>
            <p:cNvPr name="Group 19" id="19"/>
            <p:cNvGrpSpPr/>
            <p:nvPr/>
          </p:nvGrpSpPr>
          <p:grpSpPr>
            <a:xfrm rot="0">
              <a:off x="311805" y="0"/>
              <a:ext cx="177800" cy="177800"/>
              <a:chOff x="0" y="0"/>
              <a:chExt cx="6350000" cy="6350000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  <p:grpSp>
          <p:nvGrpSpPr>
            <p:cNvPr name="Group 21" id="21"/>
            <p:cNvGrpSpPr/>
            <p:nvPr/>
          </p:nvGrpSpPr>
          <p:grpSpPr>
            <a:xfrm rot="0">
              <a:off x="623609" y="0"/>
              <a:ext cx="177800" cy="177800"/>
              <a:chOff x="0" y="0"/>
              <a:chExt cx="6350000" cy="63500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</p:grpSp>
      <p:grpSp>
        <p:nvGrpSpPr>
          <p:cNvPr name="Group 23" id="23"/>
          <p:cNvGrpSpPr/>
          <p:nvPr/>
        </p:nvGrpSpPr>
        <p:grpSpPr>
          <a:xfrm rot="-409131">
            <a:off x="15903917" y="5306833"/>
            <a:ext cx="1104128" cy="1104128"/>
            <a:chOff x="0" y="0"/>
            <a:chExt cx="1472170" cy="1472170"/>
          </a:xfrm>
        </p:grpSpPr>
        <p:grpSp>
          <p:nvGrpSpPr>
            <p:cNvPr name="Group 24" id="24"/>
            <p:cNvGrpSpPr>
              <a:grpSpLocks noChangeAspect="true"/>
            </p:cNvGrpSpPr>
            <p:nvPr/>
          </p:nvGrpSpPr>
          <p:grpSpPr>
            <a:xfrm rot="0">
              <a:off x="0" y="0"/>
              <a:ext cx="1472170" cy="1472170"/>
              <a:chOff x="-2540" y="-2540"/>
              <a:chExt cx="6355080" cy="635508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r="r" b="b" t="t" l="l"/>
                <a:pathLst>
                  <a:path h="6355080" w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57FFFF"/>
              </a:solidFill>
            </p:spPr>
          </p:sp>
        </p:grpSp>
        <p:sp>
          <p:nvSpPr>
            <p:cNvPr name="Freeform 26" id="26"/>
            <p:cNvSpPr/>
            <p:nvPr/>
          </p:nvSpPr>
          <p:spPr>
            <a:xfrm flipH="false" flipV="false" rot="0">
              <a:off x="349005" y="356747"/>
              <a:ext cx="774159" cy="758676"/>
            </a:xfrm>
            <a:custGeom>
              <a:avLst/>
              <a:gdLst/>
              <a:ahLst/>
              <a:cxnLst/>
              <a:rect r="r" b="b" t="t" l="l"/>
              <a:pathLst>
                <a:path h="758676" w="774159">
                  <a:moveTo>
                    <a:pt x="0" y="0"/>
                  </a:moveTo>
                  <a:lnTo>
                    <a:pt x="774160" y="0"/>
                  </a:lnTo>
                  <a:lnTo>
                    <a:pt x="774160" y="758676"/>
                  </a:lnTo>
                  <a:lnTo>
                    <a:pt x="0" y="7586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27" id="27"/>
          <p:cNvGrpSpPr/>
          <p:nvPr/>
        </p:nvGrpSpPr>
        <p:grpSpPr>
          <a:xfrm rot="738725">
            <a:off x="11102243" y="7101204"/>
            <a:ext cx="1104128" cy="1104128"/>
            <a:chOff x="0" y="0"/>
            <a:chExt cx="1472170" cy="1472170"/>
          </a:xfrm>
        </p:grpSpPr>
        <p:grpSp>
          <p:nvGrpSpPr>
            <p:cNvPr name="Group 28" id="28"/>
            <p:cNvGrpSpPr>
              <a:grpSpLocks noChangeAspect="true"/>
            </p:cNvGrpSpPr>
            <p:nvPr/>
          </p:nvGrpSpPr>
          <p:grpSpPr>
            <a:xfrm rot="0">
              <a:off x="0" y="0"/>
              <a:ext cx="1472170" cy="1472170"/>
              <a:chOff x="-2540" y="-2540"/>
              <a:chExt cx="6355080" cy="635508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r="r" b="b" t="t" l="l"/>
                <a:pathLst>
                  <a:path h="6355080" w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name="Freeform 30" id="30"/>
            <p:cNvSpPr/>
            <p:nvPr/>
          </p:nvSpPr>
          <p:spPr>
            <a:xfrm flipH="false" flipV="false" rot="0">
              <a:off x="349005" y="356747"/>
              <a:ext cx="774159" cy="758676"/>
            </a:xfrm>
            <a:custGeom>
              <a:avLst/>
              <a:gdLst/>
              <a:ahLst/>
              <a:cxnLst/>
              <a:rect r="r" b="b" t="t" l="l"/>
              <a:pathLst>
                <a:path h="758676" w="774159">
                  <a:moveTo>
                    <a:pt x="0" y="0"/>
                  </a:moveTo>
                  <a:lnTo>
                    <a:pt x="774160" y="0"/>
                  </a:lnTo>
                  <a:lnTo>
                    <a:pt x="774160" y="758676"/>
                  </a:lnTo>
                  <a:lnTo>
                    <a:pt x="0" y="7586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85139" y="3149402"/>
            <a:ext cx="16117722" cy="6093875"/>
            <a:chOff x="0" y="0"/>
            <a:chExt cx="31821557" cy="120312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821558" cy="12031265"/>
            </a:xfrm>
            <a:custGeom>
              <a:avLst/>
              <a:gdLst/>
              <a:ahLst/>
              <a:cxnLst/>
              <a:rect r="r" b="b" t="t" l="l"/>
              <a:pathLst>
                <a:path h="12031265" w="31821558">
                  <a:moveTo>
                    <a:pt x="31697098" y="59690"/>
                  </a:moveTo>
                  <a:cubicBezTo>
                    <a:pt x="31732658" y="59690"/>
                    <a:pt x="31761866" y="88900"/>
                    <a:pt x="31761866" y="124460"/>
                  </a:cubicBezTo>
                  <a:lnTo>
                    <a:pt x="31761866" y="11906805"/>
                  </a:lnTo>
                  <a:cubicBezTo>
                    <a:pt x="31761866" y="11942365"/>
                    <a:pt x="31732658" y="11971575"/>
                    <a:pt x="31697098" y="11971575"/>
                  </a:cubicBezTo>
                  <a:lnTo>
                    <a:pt x="124460" y="11971575"/>
                  </a:lnTo>
                  <a:cubicBezTo>
                    <a:pt x="88900" y="11971575"/>
                    <a:pt x="59690" y="11942365"/>
                    <a:pt x="59690" y="11906805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1697098" y="59690"/>
                  </a:lnTo>
                  <a:moveTo>
                    <a:pt x="31697098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906805"/>
                  </a:lnTo>
                  <a:cubicBezTo>
                    <a:pt x="0" y="11975385"/>
                    <a:pt x="55880" y="12031265"/>
                    <a:pt x="124460" y="12031265"/>
                  </a:cubicBezTo>
                  <a:lnTo>
                    <a:pt x="31697098" y="12031265"/>
                  </a:lnTo>
                  <a:cubicBezTo>
                    <a:pt x="31765677" y="12031265"/>
                    <a:pt x="31821558" y="11975385"/>
                    <a:pt x="31821558" y="11906805"/>
                  </a:cubicBezTo>
                  <a:lnTo>
                    <a:pt x="31821558" y="124460"/>
                  </a:lnTo>
                  <a:cubicBezTo>
                    <a:pt x="31821558" y="55880"/>
                    <a:pt x="31765677" y="0"/>
                    <a:pt x="31697098" y="0"/>
                  </a:cubicBezTo>
                  <a:close/>
                </a:path>
              </a:pathLst>
            </a:custGeom>
            <a:solidFill>
              <a:srgbClr val="FF19C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9577001" y="1044447"/>
            <a:ext cx="881343" cy="881343"/>
            <a:chOff x="0" y="0"/>
            <a:chExt cx="1175123" cy="1175123"/>
          </a:xfrm>
        </p:grpSpPr>
        <p:grpSp>
          <p:nvGrpSpPr>
            <p:cNvPr name="Group 5" id="5"/>
            <p:cNvGrpSpPr>
              <a:grpSpLocks noChangeAspect="true"/>
            </p:cNvGrpSpPr>
            <p:nvPr/>
          </p:nvGrpSpPr>
          <p:grpSpPr>
            <a:xfrm rot="0"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r="r" b="b" t="t" l="l"/>
                <a:pathLst>
                  <a:path h="6355080" w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366298" y="330796"/>
              <a:ext cx="442528" cy="5325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612"/>
                </a:lnSpc>
                <a:spcBef>
                  <a:spcPct val="0"/>
                </a:spcBef>
              </a:pPr>
              <a:r>
                <a:rPr lang="en-US" b="true" sz="2721" u="none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462672" y="1074494"/>
            <a:ext cx="881343" cy="881343"/>
            <a:chOff x="0" y="0"/>
            <a:chExt cx="1175123" cy="1175123"/>
          </a:xfrm>
        </p:grpSpPr>
        <p:grpSp>
          <p:nvGrpSpPr>
            <p:cNvPr name="Group 9" id="9"/>
            <p:cNvGrpSpPr>
              <a:grpSpLocks noChangeAspect="true"/>
            </p:cNvGrpSpPr>
            <p:nvPr/>
          </p:nvGrpSpPr>
          <p:grpSpPr>
            <a:xfrm rot="0"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r="r" b="b" t="t" l="l"/>
                <a:pathLst>
                  <a:path h="6355080" w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name="TextBox 11" id="11"/>
            <p:cNvSpPr txBox="true"/>
            <p:nvPr/>
          </p:nvSpPr>
          <p:spPr>
            <a:xfrm rot="0">
              <a:off x="366298" y="330796"/>
              <a:ext cx="442528" cy="5325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612"/>
                </a:lnSpc>
                <a:spcBef>
                  <a:spcPct val="0"/>
                </a:spcBef>
              </a:pPr>
              <a:r>
                <a:rPr lang="en-US" b="true" sz="2721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2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5291192" y="1044447"/>
            <a:ext cx="881343" cy="881343"/>
            <a:chOff x="0" y="0"/>
            <a:chExt cx="1175123" cy="1175123"/>
          </a:xfrm>
        </p:grpSpPr>
        <p:grpSp>
          <p:nvGrpSpPr>
            <p:cNvPr name="Group 13" id="13"/>
            <p:cNvGrpSpPr>
              <a:grpSpLocks noChangeAspect="true"/>
            </p:cNvGrpSpPr>
            <p:nvPr/>
          </p:nvGrpSpPr>
          <p:grpSpPr>
            <a:xfrm rot="0"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r="r" b="b" t="t" l="l"/>
                <a:pathLst>
                  <a:path h="6355080" w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366298" y="330796"/>
              <a:ext cx="442528" cy="5325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612"/>
                </a:lnSpc>
                <a:spcBef>
                  <a:spcPct val="0"/>
                </a:spcBef>
              </a:pPr>
              <a:r>
                <a:rPr lang="en-US" b="true" sz="2721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3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85139" y="3149402"/>
            <a:ext cx="16117722" cy="829030"/>
            <a:chOff x="0" y="0"/>
            <a:chExt cx="21490297" cy="1105373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21490297" cy="1105373"/>
              <a:chOff x="0" y="0"/>
              <a:chExt cx="31091641" cy="1599227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31750" y="31750"/>
                <a:ext cx="31026900" cy="1535727"/>
              </a:xfrm>
              <a:custGeom>
                <a:avLst/>
                <a:gdLst/>
                <a:ahLst/>
                <a:cxnLst/>
                <a:rect r="r" b="b" t="t" l="l"/>
                <a:pathLst>
                  <a:path h="1535727" w="31026900">
                    <a:moveTo>
                      <a:pt x="30935433" y="1535727"/>
                    </a:moveTo>
                    <a:lnTo>
                      <a:pt x="92710" y="1535727"/>
                    </a:lnTo>
                    <a:cubicBezTo>
                      <a:pt x="41910" y="1535727"/>
                      <a:pt x="0" y="1493817"/>
                      <a:pt x="0" y="1443017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30934161" y="0"/>
                    </a:lnTo>
                    <a:cubicBezTo>
                      <a:pt x="30984961" y="0"/>
                      <a:pt x="31026872" y="41910"/>
                      <a:pt x="31026872" y="92710"/>
                    </a:cubicBezTo>
                    <a:lnTo>
                      <a:pt x="31026872" y="1441747"/>
                    </a:lnTo>
                    <a:cubicBezTo>
                      <a:pt x="31028140" y="1493817"/>
                      <a:pt x="30986233" y="1535727"/>
                      <a:pt x="30935433" y="1535727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31091640" cy="1599227"/>
              </a:xfrm>
              <a:custGeom>
                <a:avLst/>
                <a:gdLst/>
                <a:ahLst/>
                <a:cxnLst/>
                <a:rect r="r" b="b" t="t" l="l"/>
                <a:pathLst>
                  <a:path h="1599227" w="31091640">
                    <a:moveTo>
                      <a:pt x="30967183" y="59690"/>
                    </a:moveTo>
                    <a:cubicBezTo>
                      <a:pt x="31002740" y="59690"/>
                      <a:pt x="31031951" y="88900"/>
                      <a:pt x="31031951" y="124460"/>
                    </a:cubicBezTo>
                    <a:lnTo>
                      <a:pt x="31031951" y="1474767"/>
                    </a:lnTo>
                    <a:cubicBezTo>
                      <a:pt x="31031951" y="1510327"/>
                      <a:pt x="31002740" y="1539537"/>
                      <a:pt x="30967183" y="1539537"/>
                    </a:cubicBezTo>
                    <a:lnTo>
                      <a:pt x="124460" y="1539537"/>
                    </a:lnTo>
                    <a:cubicBezTo>
                      <a:pt x="88900" y="1539537"/>
                      <a:pt x="59690" y="1510327"/>
                      <a:pt x="59690" y="1474767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30967183" y="59690"/>
                    </a:lnTo>
                    <a:moveTo>
                      <a:pt x="30967183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1474767"/>
                    </a:lnTo>
                    <a:cubicBezTo>
                      <a:pt x="0" y="1543347"/>
                      <a:pt x="55880" y="1599227"/>
                      <a:pt x="124460" y="1599227"/>
                    </a:cubicBezTo>
                    <a:lnTo>
                      <a:pt x="30967183" y="1599227"/>
                    </a:lnTo>
                    <a:cubicBezTo>
                      <a:pt x="31035761" y="1599227"/>
                      <a:pt x="31091640" y="1543347"/>
                      <a:pt x="31091640" y="1474767"/>
                    </a:cubicBezTo>
                    <a:lnTo>
                      <a:pt x="31091640" y="124460"/>
                    </a:lnTo>
                    <a:cubicBezTo>
                      <a:pt x="31091640" y="55880"/>
                      <a:pt x="31035761" y="0"/>
                      <a:pt x="3096718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TextBox 20" id="20"/>
            <p:cNvSpPr txBox="true"/>
            <p:nvPr/>
          </p:nvSpPr>
          <p:spPr>
            <a:xfrm rot="0">
              <a:off x="3868465" y="252967"/>
              <a:ext cx="13753368" cy="5422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640"/>
                </a:lnSpc>
              </a:pPr>
              <a:r>
                <a:rPr lang="en-US" b="true" sz="2400">
                  <a:solidFill>
                    <a:srgbClr val="10101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H</a:t>
              </a:r>
              <a:r>
                <a:rPr lang="en-US" b="true" sz="2400" u="none">
                  <a:solidFill>
                    <a:srgbClr val="10101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ow are you feeling?</a:t>
              </a: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9922423" y="5083665"/>
            <a:ext cx="1464012" cy="1464012"/>
          </a:xfrm>
          <a:custGeom>
            <a:avLst/>
            <a:gdLst/>
            <a:ahLst/>
            <a:cxnLst/>
            <a:rect r="r" b="b" t="t" l="l"/>
            <a:pathLst>
              <a:path h="1464012" w="1464012">
                <a:moveTo>
                  <a:pt x="0" y="0"/>
                </a:moveTo>
                <a:lnTo>
                  <a:pt x="1464011" y="0"/>
                </a:lnTo>
                <a:lnTo>
                  <a:pt x="1464011" y="1464012"/>
                </a:lnTo>
                <a:lnTo>
                  <a:pt x="0" y="146401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4172602" y="6674031"/>
            <a:ext cx="1464012" cy="1464012"/>
          </a:xfrm>
          <a:custGeom>
            <a:avLst/>
            <a:gdLst/>
            <a:ahLst/>
            <a:cxnLst/>
            <a:rect r="r" b="b" t="t" l="l"/>
            <a:pathLst>
              <a:path h="1464012" w="1464012">
                <a:moveTo>
                  <a:pt x="0" y="0"/>
                </a:moveTo>
                <a:lnTo>
                  <a:pt x="1464011" y="0"/>
                </a:lnTo>
                <a:lnTo>
                  <a:pt x="1464011" y="1464012"/>
                </a:lnTo>
                <a:lnTo>
                  <a:pt x="0" y="14640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1085139" y="1034922"/>
            <a:ext cx="6806894" cy="1613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0"/>
              </a:lnSpc>
            </a:pPr>
            <a:r>
              <a:rPr lang="en-US" b="true" sz="5499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TEAM CHECK-IN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8832740" y="2098570"/>
            <a:ext cx="2369865" cy="549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99"/>
              </a:lnSpc>
              <a:spcBef>
                <a:spcPct val="0"/>
              </a:spcBef>
            </a:pPr>
            <a:r>
              <a:rPr lang="en-US" sz="1499" u="non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Click the More tab</a:t>
            </a:r>
          </a:p>
          <a:p>
            <a:pPr algn="ctr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u="non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in the editor side panel.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718410" y="2098570"/>
            <a:ext cx="2369865" cy="549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99"/>
              </a:lnSpc>
              <a:spcBef>
                <a:spcPct val="0"/>
              </a:spcBef>
            </a:pPr>
            <a:r>
              <a:rPr lang="en-US" sz="1499" u="non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Select the Emoji</a:t>
            </a:r>
          </a:p>
          <a:p>
            <a:pPr algn="ctr" marL="0" indent="0" lvl="0">
              <a:lnSpc>
                <a:spcPts val="2100"/>
              </a:lnSpc>
              <a:spcBef>
                <a:spcPct val="0"/>
              </a:spcBef>
            </a:pPr>
            <a:r>
              <a:rPr lang="en-US" sz="1500" u="non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or GIPHY app.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546615" y="2089045"/>
            <a:ext cx="2370496" cy="559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Browse </a:t>
            </a:r>
            <a:r>
              <a:rPr lang="en-US" sz="1500" u="non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and click the Emoji or GIF you want to use.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35790" y="4422952"/>
            <a:ext cx="4474542" cy="111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Choose an Emoji, GIF, or image from a mood meter that best represents how you feel at the moment.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1635790" y="8270211"/>
            <a:ext cx="2433016" cy="506576"/>
            <a:chOff x="0" y="0"/>
            <a:chExt cx="3244022" cy="675435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3244022" cy="675435"/>
              <a:chOff x="0" y="0"/>
              <a:chExt cx="4317822" cy="899009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0" y="0"/>
                <a:ext cx="4317822" cy="899009"/>
              </a:xfrm>
              <a:custGeom>
                <a:avLst/>
                <a:gdLst/>
                <a:ahLst/>
                <a:cxnLst/>
                <a:rect r="r" b="b" t="t" l="l"/>
                <a:pathLst>
                  <a:path h="899009" w="4317822">
                    <a:moveTo>
                      <a:pt x="4193361" y="899009"/>
                    </a:moveTo>
                    <a:lnTo>
                      <a:pt x="124460" y="899009"/>
                    </a:lnTo>
                    <a:cubicBezTo>
                      <a:pt x="55880" y="899009"/>
                      <a:pt x="0" y="843129"/>
                      <a:pt x="0" y="774549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4193361" y="0"/>
                    </a:lnTo>
                    <a:cubicBezTo>
                      <a:pt x="4261941" y="0"/>
                      <a:pt x="4317822" y="55880"/>
                      <a:pt x="4317822" y="124460"/>
                    </a:cubicBezTo>
                    <a:lnTo>
                      <a:pt x="4317822" y="774549"/>
                    </a:lnTo>
                    <a:cubicBezTo>
                      <a:pt x="4317822" y="843129"/>
                      <a:pt x="4261941" y="899009"/>
                      <a:pt x="4193361" y="899009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name="TextBox 31" id="31"/>
            <p:cNvSpPr txBox="true"/>
            <p:nvPr/>
          </p:nvSpPr>
          <p:spPr>
            <a:xfrm rot="0">
              <a:off x="216626" y="31859"/>
              <a:ext cx="2810769" cy="5069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b="true" sz="2000">
                  <a:solidFill>
                    <a:srgbClr val="FF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Time: </a:t>
              </a:r>
              <a:r>
                <a:rPr lang="en-US" sz="20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5 minutes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1635790" y="3497241"/>
            <a:ext cx="601057" cy="133350"/>
            <a:chOff x="0" y="0"/>
            <a:chExt cx="801409" cy="177800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177800" cy="177800"/>
              <a:chOff x="0" y="0"/>
              <a:chExt cx="6350000" cy="63500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  <p:grpSp>
          <p:nvGrpSpPr>
            <p:cNvPr name="Group 35" id="35"/>
            <p:cNvGrpSpPr/>
            <p:nvPr/>
          </p:nvGrpSpPr>
          <p:grpSpPr>
            <a:xfrm rot="0">
              <a:off x="311805" y="0"/>
              <a:ext cx="177800" cy="177800"/>
              <a:chOff x="0" y="0"/>
              <a:chExt cx="6350000" cy="6350000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  <p:grpSp>
          <p:nvGrpSpPr>
            <p:cNvPr name="Group 37" id="37"/>
            <p:cNvGrpSpPr/>
            <p:nvPr/>
          </p:nvGrpSpPr>
          <p:grpSpPr>
            <a:xfrm rot="0">
              <a:off x="623609" y="0"/>
              <a:ext cx="177800" cy="177800"/>
              <a:chOff x="0" y="0"/>
              <a:chExt cx="6350000" cy="6350000"/>
            </a:xfrm>
          </p:grpSpPr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85139" y="3164425"/>
            <a:ext cx="16117722" cy="6093875"/>
            <a:chOff x="0" y="0"/>
            <a:chExt cx="31821557" cy="120312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821558" cy="12031265"/>
            </a:xfrm>
            <a:custGeom>
              <a:avLst/>
              <a:gdLst/>
              <a:ahLst/>
              <a:cxnLst/>
              <a:rect r="r" b="b" t="t" l="l"/>
              <a:pathLst>
                <a:path h="12031265" w="31821558">
                  <a:moveTo>
                    <a:pt x="31697098" y="59690"/>
                  </a:moveTo>
                  <a:cubicBezTo>
                    <a:pt x="31732658" y="59690"/>
                    <a:pt x="31761866" y="88900"/>
                    <a:pt x="31761866" y="124460"/>
                  </a:cubicBezTo>
                  <a:lnTo>
                    <a:pt x="31761866" y="11906805"/>
                  </a:lnTo>
                  <a:cubicBezTo>
                    <a:pt x="31761866" y="11942365"/>
                    <a:pt x="31732658" y="11971575"/>
                    <a:pt x="31697098" y="11971575"/>
                  </a:cubicBezTo>
                  <a:lnTo>
                    <a:pt x="124460" y="11971575"/>
                  </a:lnTo>
                  <a:cubicBezTo>
                    <a:pt x="88900" y="11971575"/>
                    <a:pt x="59690" y="11942365"/>
                    <a:pt x="59690" y="11906805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1697098" y="59690"/>
                  </a:lnTo>
                  <a:moveTo>
                    <a:pt x="31697098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906805"/>
                  </a:lnTo>
                  <a:cubicBezTo>
                    <a:pt x="0" y="11975385"/>
                    <a:pt x="55880" y="12031265"/>
                    <a:pt x="124460" y="12031265"/>
                  </a:cubicBezTo>
                  <a:lnTo>
                    <a:pt x="31697098" y="12031265"/>
                  </a:lnTo>
                  <a:cubicBezTo>
                    <a:pt x="31765677" y="12031265"/>
                    <a:pt x="31821558" y="11975385"/>
                    <a:pt x="31821558" y="11906805"/>
                  </a:cubicBezTo>
                  <a:lnTo>
                    <a:pt x="31821558" y="124460"/>
                  </a:lnTo>
                  <a:cubicBezTo>
                    <a:pt x="31821558" y="55880"/>
                    <a:pt x="31765677" y="0"/>
                    <a:pt x="31697098" y="0"/>
                  </a:cubicBezTo>
                  <a:close/>
                </a:path>
              </a:pathLst>
            </a:custGeom>
            <a:solidFill>
              <a:srgbClr val="57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178179" y="1050951"/>
            <a:ext cx="1996498" cy="1625969"/>
            <a:chOff x="0" y="0"/>
            <a:chExt cx="2661998" cy="2167959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2661998" cy="2167959"/>
              <a:chOff x="0" y="0"/>
              <a:chExt cx="2651637" cy="2159521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57150" y="58420"/>
                <a:ext cx="2581787" cy="2088401"/>
              </a:xfrm>
              <a:custGeom>
                <a:avLst/>
                <a:gdLst/>
                <a:ahLst/>
                <a:cxnLst/>
                <a:rect r="r" b="b" t="t" l="l"/>
                <a:pathLst>
                  <a:path h="2088401" w="2581787">
                    <a:moveTo>
                      <a:pt x="2496697" y="2057921"/>
                    </a:moveTo>
                    <a:lnTo>
                      <a:pt x="0" y="2057921"/>
                    </a:lnTo>
                    <a:cubicBezTo>
                      <a:pt x="5080" y="2075701"/>
                      <a:pt x="21590" y="2088401"/>
                      <a:pt x="40640" y="2088401"/>
                    </a:cubicBezTo>
                    <a:lnTo>
                      <a:pt x="2538607" y="2088401"/>
                    </a:lnTo>
                    <a:cubicBezTo>
                      <a:pt x="2562737" y="2088401"/>
                      <a:pt x="2581787" y="2069351"/>
                      <a:pt x="2581787" y="2045221"/>
                    </a:cubicBezTo>
                    <a:lnTo>
                      <a:pt x="2581787" y="40640"/>
                    </a:lnTo>
                    <a:cubicBezTo>
                      <a:pt x="2581787" y="21590"/>
                      <a:pt x="2569087" y="6350"/>
                      <a:pt x="2552577" y="0"/>
                    </a:cubicBezTo>
                    <a:lnTo>
                      <a:pt x="2552577" y="2002041"/>
                    </a:lnTo>
                    <a:cubicBezTo>
                      <a:pt x="2552577" y="2032521"/>
                      <a:pt x="2527177" y="2057921"/>
                      <a:pt x="2496697" y="2057921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  <p:sp>
            <p:nvSpPr>
              <p:cNvPr name="Freeform 7" id="7"/>
              <p:cNvSpPr/>
              <p:nvPr/>
            </p:nvSpPr>
            <p:spPr>
              <a:xfrm flipH="false" flipV="false" rot="0">
                <a:off x="12700" y="12700"/>
                <a:ext cx="2584327" cy="2090941"/>
              </a:xfrm>
              <a:custGeom>
                <a:avLst/>
                <a:gdLst/>
                <a:ahLst/>
                <a:cxnLst/>
                <a:rect r="r" b="b" t="t" l="l"/>
                <a:pathLst>
                  <a:path h="2090941" w="2584327">
                    <a:moveTo>
                      <a:pt x="43180" y="2090941"/>
                    </a:moveTo>
                    <a:lnTo>
                      <a:pt x="2541147" y="2090941"/>
                    </a:lnTo>
                    <a:cubicBezTo>
                      <a:pt x="2565277" y="2090941"/>
                      <a:pt x="2584327" y="2071891"/>
                      <a:pt x="2584327" y="2047761"/>
                    </a:cubicBezTo>
                    <a:lnTo>
                      <a:pt x="2584327" y="43180"/>
                    </a:lnTo>
                    <a:cubicBezTo>
                      <a:pt x="2584327" y="19050"/>
                      <a:pt x="2565277" y="0"/>
                      <a:pt x="2541147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2047761"/>
                    </a:lnTo>
                    <a:cubicBezTo>
                      <a:pt x="0" y="2071891"/>
                      <a:pt x="19050" y="2090941"/>
                      <a:pt x="43180" y="2090941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2651637" cy="2159521"/>
              </a:xfrm>
              <a:custGeom>
                <a:avLst/>
                <a:gdLst/>
                <a:ahLst/>
                <a:cxnLst/>
                <a:rect r="r" b="b" t="t" l="l"/>
                <a:pathLst>
                  <a:path h="2159521" w="2651637">
                    <a:moveTo>
                      <a:pt x="2608456" y="44450"/>
                    </a:moveTo>
                    <a:cubicBezTo>
                      <a:pt x="2603377" y="19050"/>
                      <a:pt x="2580517" y="0"/>
                      <a:pt x="2553846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2060461"/>
                    </a:lnTo>
                    <a:cubicBezTo>
                      <a:pt x="0" y="2087131"/>
                      <a:pt x="17780" y="2108721"/>
                      <a:pt x="43180" y="2115071"/>
                    </a:cubicBezTo>
                    <a:cubicBezTo>
                      <a:pt x="48260" y="2140471"/>
                      <a:pt x="71120" y="2159521"/>
                      <a:pt x="97790" y="2159521"/>
                    </a:cubicBezTo>
                    <a:lnTo>
                      <a:pt x="2595757" y="2159521"/>
                    </a:lnTo>
                    <a:cubicBezTo>
                      <a:pt x="2626237" y="2159521"/>
                      <a:pt x="2651637" y="2134121"/>
                      <a:pt x="2651637" y="2103641"/>
                    </a:cubicBezTo>
                    <a:lnTo>
                      <a:pt x="2651637" y="99060"/>
                    </a:lnTo>
                    <a:cubicBezTo>
                      <a:pt x="2651637" y="72390"/>
                      <a:pt x="2633856" y="50800"/>
                      <a:pt x="2608456" y="44450"/>
                    </a:cubicBezTo>
                    <a:close/>
                    <a:moveTo>
                      <a:pt x="12700" y="2060461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2553847" y="12700"/>
                    </a:lnTo>
                    <a:cubicBezTo>
                      <a:pt x="2577977" y="12700"/>
                      <a:pt x="2597027" y="31750"/>
                      <a:pt x="2597027" y="55880"/>
                    </a:cubicBezTo>
                    <a:lnTo>
                      <a:pt x="2597027" y="2060461"/>
                    </a:lnTo>
                    <a:cubicBezTo>
                      <a:pt x="2597027" y="2084591"/>
                      <a:pt x="2577977" y="2103641"/>
                      <a:pt x="2553847" y="2103641"/>
                    </a:cubicBezTo>
                    <a:lnTo>
                      <a:pt x="55880" y="2103641"/>
                    </a:lnTo>
                    <a:cubicBezTo>
                      <a:pt x="31750" y="2103641"/>
                      <a:pt x="12700" y="2084591"/>
                      <a:pt x="12700" y="2060461"/>
                    </a:cubicBezTo>
                    <a:close/>
                    <a:moveTo>
                      <a:pt x="2638937" y="2103641"/>
                    </a:moveTo>
                    <a:cubicBezTo>
                      <a:pt x="2638937" y="2127771"/>
                      <a:pt x="2619887" y="2146821"/>
                      <a:pt x="2595757" y="2146821"/>
                    </a:cubicBezTo>
                    <a:lnTo>
                      <a:pt x="97790" y="2146821"/>
                    </a:lnTo>
                    <a:cubicBezTo>
                      <a:pt x="78740" y="2146821"/>
                      <a:pt x="62230" y="2134121"/>
                      <a:pt x="57150" y="2116341"/>
                    </a:cubicBezTo>
                    <a:lnTo>
                      <a:pt x="2553847" y="2116341"/>
                    </a:lnTo>
                    <a:cubicBezTo>
                      <a:pt x="2584327" y="2116341"/>
                      <a:pt x="2609727" y="2090941"/>
                      <a:pt x="2609727" y="2060461"/>
                    </a:cubicBezTo>
                    <a:lnTo>
                      <a:pt x="2609727" y="58420"/>
                    </a:lnTo>
                    <a:cubicBezTo>
                      <a:pt x="2626237" y="64770"/>
                      <a:pt x="2638937" y="80010"/>
                      <a:pt x="2638937" y="99060"/>
                    </a:cubicBezTo>
                    <a:lnTo>
                      <a:pt x="2638937" y="2103641"/>
                    </a:ln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name="TextBox 9" id="9"/>
            <p:cNvSpPr txBox="true"/>
            <p:nvPr/>
          </p:nvSpPr>
          <p:spPr>
            <a:xfrm rot="0">
              <a:off x="362199" y="548154"/>
              <a:ext cx="1937600" cy="10049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6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101010"/>
                  </a:solidFill>
                  <a:latin typeface="Agrandir"/>
                  <a:ea typeface="Agrandir"/>
                  <a:cs typeface="Agrandir"/>
                  <a:sym typeface="Agrandir"/>
                </a:rPr>
                <a:t>Co</a:t>
              </a:r>
              <a:r>
                <a:rPr lang="en-US" sz="1400" u="none">
                  <a:solidFill>
                    <a:srgbClr val="101010"/>
                  </a:solidFill>
                  <a:latin typeface="Agrandir"/>
                  <a:ea typeface="Agrandir"/>
                  <a:cs typeface="Agrandir"/>
                  <a:sym typeface="Agrandir"/>
                </a:rPr>
                <a:t>py a sticky note, then write your thoughts.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905848" y="1034127"/>
            <a:ext cx="1996498" cy="1625969"/>
            <a:chOff x="0" y="0"/>
            <a:chExt cx="2661998" cy="2167959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2661998" cy="2167959"/>
              <a:chOff x="0" y="0"/>
              <a:chExt cx="2651637" cy="2159521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57150" y="58420"/>
                <a:ext cx="2581787" cy="2088401"/>
              </a:xfrm>
              <a:custGeom>
                <a:avLst/>
                <a:gdLst/>
                <a:ahLst/>
                <a:cxnLst/>
                <a:rect r="r" b="b" t="t" l="l"/>
                <a:pathLst>
                  <a:path h="2088401" w="2581787">
                    <a:moveTo>
                      <a:pt x="2496697" y="2057921"/>
                    </a:moveTo>
                    <a:lnTo>
                      <a:pt x="0" y="2057921"/>
                    </a:lnTo>
                    <a:cubicBezTo>
                      <a:pt x="5080" y="2075701"/>
                      <a:pt x="21590" y="2088401"/>
                      <a:pt x="40640" y="2088401"/>
                    </a:cubicBezTo>
                    <a:lnTo>
                      <a:pt x="2538607" y="2088401"/>
                    </a:lnTo>
                    <a:cubicBezTo>
                      <a:pt x="2562737" y="2088401"/>
                      <a:pt x="2581787" y="2069351"/>
                      <a:pt x="2581787" y="2045221"/>
                    </a:cubicBezTo>
                    <a:lnTo>
                      <a:pt x="2581787" y="40640"/>
                    </a:lnTo>
                    <a:cubicBezTo>
                      <a:pt x="2581787" y="21590"/>
                      <a:pt x="2569087" y="6350"/>
                      <a:pt x="2552577" y="0"/>
                    </a:cubicBezTo>
                    <a:lnTo>
                      <a:pt x="2552577" y="2002041"/>
                    </a:lnTo>
                    <a:cubicBezTo>
                      <a:pt x="2552577" y="2032521"/>
                      <a:pt x="2527177" y="2057921"/>
                      <a:pt x="2496697" y="2057921"/>
                    </a:cubicBezTo>
                    <a:close/>
                  </a:path>
                </a:pathLst>
              </a:custGeom>
              <a:solidFill>
                <a:srgbClr val="57FFFF"/>
              </a:solidFill>
            </p:spPr>
          </p:sp>
          <p:sp>
            <p:nvSpPr>
              <p:cNvPr name="Freeform 13" id="13"/>
              <p:cNvSpPr/>
              <p:nvPr/>
            </p:nvSpPr>
            <p:spPr>
              <a:xfrm flipH="false" flipV="false" rot="0">
                <a:off x="12700" y="12700"/>
                <a:ext cx="2584327" cy="2090941"/>
              </a:xfrm>
              <a:custGeom>
                <a:avLst/>
                <a:gdLst/>
                <a:ahLst/>
                <a:cxnLst/>
                <a:rect r="r" b="b" t="t" l="l"/>
                <a:pathLst>
                  <a:path h="2090941" w="2584327">
                    <a:moveTo>
                      <a:pt x="43180" y="2090941"/>
                    </a:moveTo>
                    <a:lnTo>
                      <a:pt x="2541147" y="2090941"/>
                    </a:lnTo>
                    <a:cubicBezTo>
                      <a:pt x="2565277" y="2090941"/>
                      <a:pt x="2584327" y="2071891"/>
                      <a:pt x="2584327" y="2047761"/>
                    </a:cubicBezTo>
                    <a:lnTo>
                      <a:pt x="2584327" y="43180"/>
                    </a:lnTo>
                    <a:cubicBezTo>
                      <a:pt x="2584327" y="19050"/>
                      <a:pt x="2565277" y="0"/>
                      <a:pt x="2541147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2047761"/>
                    </a:lnTo>
                    <a:cubicBezTo>
                      <a:pt x="0" y="2071891"/>
                      <a:pt x="19050" y="2090941"/>
                      <a:pt x="43180" y="2090941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651637" cy="2159521"/>
              </a:xfrm>
              <a:custGeom>
                <a:avLst/>
                <a:gdLst/>
                <a:ahLst/>
                <a:cxnLst/>
                <a:rect r="r" b="b" t="t" l="l"/>
                <a:pathLst>
                  <a:path h="2159521" w="2651637">
                    <a:moveTo>
                      <a:pt x="2608456" y="44450"/>
                    </a:moveTo>
                    <a:cubicBezTo>
                      <a:pt x="2603377" y="19050"/>
                      <a:pt x="2580517" y="0"/>
                      <a:pt x="2553846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2060461"/>
                    </a:lnTo>
                    <a:cubicBezTo>
                      <a:pt x="0" y="2087131"/>
                      <a:pt x="17780" y="2108721"/>
                      <a:pt x="43180" y="2115071"/>
                    </a:cubicBezTo>
                    <a:cubicBezTo>
                      <a:pt x="48260" y="2140471"/>
                      <a:pt x="71120" y="2159521"/>
                      <a:pt x="97790" y="2159521"/>
                    </a:cubicBezTo>
                    <a:lnTo>
                      <a:pt x="2595757" y="2159521"/>
                    </a:lnTo>
                    <a:cubicBezTo>
                      <a:pt x="2626237" y="2159521"/>
                      <a:pt x="2651637" y="2134121"/>
                      <a:pt x="2651637" y="2103641"/>
                    </a:cubicBezTo>
                    <a:lnTo>
                      <a:pt x="2651637" y="99060"/>
                    </a:lnTo>
                    <a:cubicBezTo>
                      <a:pt x="2651637" y="72390"/>
                      <a:pt x="2633856" y="50800"/>
                      <a:pt x="2608456" y="44450"/>
                    </a:cubicBezTo>
                    <a:close/>
                    <a:moveTo>
                      <a:pt x="12700" y="2060461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2553847" y="12700"/>
                    </a:lnTo>
                    <a:cubicBezTo>
                      <a:pt x="2577977" y="12700"/>
                      <a:pt x="2597027" y="31750"/>
                      <a:pt x="2597027" y="55880"/>
                    </a:cubicBezTo>
                    <a:lnTo>
                      <a:pt x="2597027" y="2060461"/>
                    </a:lnTo>
                    <a:cubicBezTo>
                      <a:pt x="2597027" y="2084591"/>
                      <a:pt x="2577977" y="2103641"/>
                      <a:pt x="2553847" y="2103641"/>
                    </a:cubicBezTo>
                    <a:lnTo>
                      <a:pt x="55880" y="2103641"/>
                    </a:lnTo>
                    <a:cubicBezTo>
                      <a:pt x="31750" y="2103641"/>
                      <a:pt x="12700" y="2084591"/>
                      <a:pt x="12700" y="2060461"/>
                    </a:cubicBezTo>
                    <a:close/>
                    <a:moveTo>
                      <a:pt x="2638937" y="2103641"/>
                    </a:moveTo>
                    <a:cubicBezTo>
                      <a:pt x="2638937" y="2127771"/>
                      <a:pt x="2619887" y="2146821"/>
                      <a:pt x="2595757" y="2146821"/>
                    </a:cubicBezTo>
                    <a:lnTo>
                      <a:pt x="97790" y="2146821"/>
                    </a:lnTo>
                    <a:cubicBezTo>
                      <a:pt x="78740" y="2146821"/>
                      <a:pt x="62230" y="2134121"/>
                      <a:pt x="57150" y="2116341"/>
                    </a:cubicBezTo>
                    <a:lnTo>
                      <a:pt x="2553847" y="2116341"/>
                    </a:lnTo>
                    <a:cubicBezTo>
                      <a:pt x="2584327" y="2116341"/>
                      <a:pt x="2609727" y="2090941"/>
                      <a:pt x="2609727" y="2060461"/>
                    </a:cubicBezTo>
                    <a:lnTo>
                      <a:pt x="2609727" y="58420"/>
                    </a:lnTo>
                    <a:cubicBezTo>
                      <a:pt x="2626237" y="64770"/>
                      <a:pt x="2638937" y="80010"/>
                      <a:pt x="2638937" y="99060"/>
                    </a:cubicBezTo>
                    <a:lnTo>
                      <a:pt x="2638937" y="2103641"/>
                    </a:lnTo>
                    <a:close/>
                  </a:path>
                </a:pathLst>
              </a:custGeom>
              <a:solidFill>
                <a:srgbClr val="57FFFF"/>
              </a:solidFill>
            </p:spPr>
          </p:sp>
        </p:grpSp>
        <p:sp>
          <p:nvSpPr>
            <p:cNvPr name="TextBox 15" id="15"/>
            <p:cNvSpPr txBox="true"/>
            <p:nvPr/>
          </p:nvSpPr>
          <p:spPr>
            <a:xfrm rot="0">
              <a:off x="362199" y="548154"/>
              <a:ext cx="1937600" cy="10049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960"/>
                </a:lnSpc>
                <a:spcBef>
                  <a:spcPct val="0"/>
                </a:spcBef>
              </a:pPr>
              <a:r>
                <a:rPr lang="en-US" sz="1400">
                  <a:solidFill>
                    <a:srgbClr val="101010"/>
                  </a:solidFill>
                  <a:latin typeface="Agrandir"/>
                  <a:ea typeface="Agrandir"/>
                  <a:cs typeface="Agrandir"/>
                  <a:sym typeface="Agrandir"/>
                </a:rPr>
                <a:t>Co</a:t>
              </a:r>
              <a:r>
                <a:rPr lang="en-US" sz="1400" u="none">
                  <a:solidFill>
                    <a:srgbClr val="101010"/>
                  </a:solidFill>
                  <a:latin typeface="Agrandir"/>
                  <a:ea typeface="Agrandir"/>
                  <a:cs typeface="Agrandir"/>
                  <a:sym typeface="Agrandir"/>
                </a:rPr>
                <a:t>py a sticky note, then write your thoughts.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085139" y="3149402"/>
            <a:ext cx="16117722" cy="829030"/>
            <a:chOff x="0" y="0"/>
            <a:chExt cx="21490297" cy="1105373"/>
          </a:xfrm>
        </p:grpSpPr>
        <p:grpSp>
          <p:nvGrpSpPr>
            <p:cNvPr name="Group 17" id="17"/>
            <p:cNvGrpSpPr/>
            <p:nvPr/>
          </p:nvGrpSpPr>
          <p:grpSpPr>
            <a:xfrm rot="0">
              <a:off x="0" y="0"/>
              <a:ext cx="21490297" cy="1105373"/>
              <a:chOff x="0" y="0"/>
              <a:chExt cx="31091641" cy="1599227"/>
            </a:xfrm>
          </p:grpSpPr>
          <p:sp>
            <p:nvSpPr>
              <p:cNvPr name="Freeform 18" id="18"/>
              <p:cNvSpPr/>
              <p:nvPr/>
            </p:nvSpPr>
            <p:spPr>
              <a:xfrm flipH="false" flipV="false" rot="0">
                <a:off x="31750" y="31750"/>
                <a:ext cx="31026900" cy="1535727"/>
              </a:xfrm>
              <a:custGeom>
                <a:avLst/>
                <a:gdLst/>
                <a:ahLst/>
                <a:cxnLst/>
                <a:rect r="r" b="b" t="t" l="l"/>
                <a:pathLst>
                  <a:path h="1535727" w="31026900">
                    <a:moveTo>
                      <a:pt x="30935433" y="1535727"/>
                    </a:moveTo>
                    <a:lnTo>
                      <a:pt x="92710" y="1535727"/>
                    </a:lnTo>
                    <a:cubicBezTo>
                      <a:pt x="41910" y="1535727"/>
                      <a:pt x="0" y="1493817"/>
                      <a:pt x="0" y="1443017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30934161" y="0"/>
                    </a:lnTo>
                    <a:cubicBezTo>
                      <a:pt x="30984961" y="0"/>
                      <a:pt x="31026872" y="41910"/>
                      <a:pt x="31026872" y="92710"/>
                    </a:cubicBezTo>
                    <a:lnTo>
                      <a:pt x="31026872" y="1441747"/>
                    </a:lnTo>
                    <a:cubicBezTo>
                      <a:pt x="31028140" y="1493817"/>
                      <a:pt x="30986233" y="1535727"/>
                      <a:pt x="30935433" y="1535727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31091640" cy="1599227"/>
              </a:xfrm>
              <a:custGeom>
                <a:avLst/>
                <a:gdLst/>
                <a:ahLst/>
                <a:cxnLst/>
                <a:rect r="r" b="b" t="t" l="l"/>
                <a:pathLst>
                  <a:path h="1599227" w="31091640">
                    <a:moveTo>
                      <a:pt x="30967183" y="59690"/>
                    </a:moveTo>
                    <a:cubicBezTo>
                      <a:pt x="31002740" y="59690"/>
                      <a:pt x="31031951" y="88900"/>
                      <a:pt x="31031951" y="124460"/>
                    </a:cubicBezTo>
                    <a:lnTo>
                      <a:pt x="31031951" y="1474767"/>
                    </a:lnTo>
                    <a:cubicBezTo>
                      <a:pt x="31031951" y="1510327"/>
                      <a:pt x="31002740" y="1539537"/>
                      <a:pt x="30967183" y="1539537"/>
                    </a:cubicBezTo>
                    <a:lnTo>
                      <a:pt x="124460" y="1539537"/>
                    </a:lnTo>
                    <a:cubicBezTo>
                      <a:pt x="88900" y="1539537"/>
                      <a:pt x="59690" y="1510327"/>
                      <a:pt x="59690" y="1474767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30967183" y="59690"/>
                    </a:lnTo>
                    <a:moveTo>
                      <a:pt x="30967183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1474767"/>
                    </a:lnTo>
                    <a:cubicBezTo>
                      <a:pt x="0" y="1543347"/>
                      <a:pt x="55880" y="1599227"/>
                      <a:pt x="124460" y="1599227"/>
                    </a:cubicBezTo>
                    <a:lnTo>
                      <a:pt x="30967183" y="1599227"/>
                    </a:lnTo>
                    <a:cubicBezTo>
                      <a:pt x="31035761" y="1599227"/>
                      <a:pt x="31091640" y="1543347"/>
                      <a:pt x="31091640" y="1474767"/>
                    </a:cubicBezTo>
                    <a:lnTo>
                      <a:pt x="31091640" y="124460"/>
                    </a:lnTo>
                    <a:cubicBezTo>
                      <a:pt x="31091640" y="55880"/>
                      <a:pt x="31035761" y="0"/>
                      <a:pt x="30967183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TextBox 20" id="20"/>
            <p:cNvSpPr txBox="true"/>
            <p:nvPr/>
          </p:nvSpPr>
          <p:spPr>
            <a:xfrm rot="0">
              <a:off x="3868465" y="252967"/>
              <a:ext cx="13753368" cy="5422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640"/>
                </a:lnSpc>
              </a:pPr>
              <a:r>
                <a:rPr lang="en-US" b="true" sz="2400">
                  <a:solidFill>
                    <a:srgbClr val="10101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Wh</a:t>
              </a:r>
              <a:r>
                <a:rPr lang="en-US" b="true" sz="2400" u="none">
                  <a:solidFill>
                    <a:srgbClr val="10101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at did you have for breakfast today?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635790" y="3497241"/>
            <a:ext cx="601057" cy="133350"/>
            <a:chOff x="0" y="0"/>
            <a:chExt cx="801409" cy="1778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177800" cy="177800"/>
              <a:chOff x="0" y="0"/>
              <a:chExt cx="6350000" cy="6350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  <p:grpSp>
          <p:nvGrpSpPr>
            <p:cNvPr name="Group 24" id="24"/>
            <p:cNvGrpSpPr/>
            <p:nvPr/>
          </p:nvGrpSpPr>
          <p:grpSpPr>
            <a:xfrm rot="0">
              <a:off x="311805" y="0"/>
              <a:ext cx="177800" cy="177800"/>
              <a:chOff x="0" y="0"/>
              <a:chExt cx="6350000" cy="63500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  <p:grpSp>
          <p:nvGrpSpPr>
            <p:cNvPr name="Group 26" id="26"/>
            <p:cNvGrpSpPr/>
            <p:nvPr/>
          </p:nvGrpSpPr>
          <p:grpSpPr>
            <a:xfrm rot="0">
              <a:off x="623609" y="0"/>
              <a:ext cx="177800" cy="177800"/>
              <a:chOff x="0" y="0"/>
              <a:chExt cx="6350000" cy="63500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</p:grpSp>
      <p:sp>
        <p:nvSpPr>
          <p:cNvPr name="Freeform 28" id="28"/>
          <p:cNvSpPr/>
          <p:nvPr/>
        </p:nvSpPr>
        <p:spPr>
          <a:xfrm flipH="false" flipV="false" rot="-159302">
            <a:off x="12042359" y="5512044"/>
            <a:ext cx="3352477" cy="2235683"/>
          </a:xfrm>
          <a:custGeom>
            <a:avLst/>
            <a:gdLst/>
            <a:ahLst/>
            <a:cxnLst/>
            <a:rect r="r" b="b" t="t" l="l"/>
            <a:pathLst>
              <a:path h="2235683" w="3352477">
                <a:moveTo>
                  <a:pt x="0" y="0"/>
                </a:moveTo>
                <a:lnTo>
                  <a:pt x="3352477" y="0"/>
                </a:lnTo>
                <a:lnTo>
                  <a:pt x="3352477" y="2235683"/>
                </a:lnTo>
                <a:lnTo>
                  <a:pt x="0" y="223568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616120" y="4417598"/>
            <a:ext cx="7449285" cy="2520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Below are suggestions for icebreaker questions:</a:t>
            </a:r>
          </a:p>
          <a:p>
            <a:pPr algn="l">
              <a:lnSpc>
                <a:spcPts val="2800"/>
              </a:lnSpc>
            </a:pP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What's your morning routine?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What did you have for breakfast today?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What’s a random act of kindness you did for a stranger?</a:t>
            </a:r>
          </a:p>
          <a:p>
            <a:pPr algn="l" marL="431801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What's the most challenging thing you've done in life?</a:t>
            </a:r>
          </a:p>
          <a:p>
            <a:pPr algn="l" marL="431800" indent="-215900" lvl="1">
              <a:lnSpc>
                <a:spcPts val="2800"/>
              </a:lnSpc>
              <a:buFont typeface="Arial"/>
              <a:buChar char="•"/>
            </a:pPr>
            <a:r>
              <a:rPr lang="en-US" sz="20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What's your favorite dessert?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1635790" y="8277302"/>
            <a:ext cx="2433016" cy="506576"/>
            <a:chOff x="0" y="0"/>
            <a:chExt cx="3244022" cy="675435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3244022" cy="675435"/>
              <a:chOff x="0" y="0"/>
              <a:chExt cx="4317822" cy="899009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317822" cy="899009"/>
              </a:xfrm>
              <a:custGeom>
                <a:avLst/>
                <a:gdLst/>
                <a:ahLst/>
                <a:cxnLst/>
                <a:rect r="r" b="b" t="t" l="l"/>
                <a:pathLst>
                  <a:path h="899009" w="4317822">
                    <a:moveTo>
                      <a:pt x="4193361" y="899009"/>
                    </a:moveTo>
                    <a:lnTo>
                      <a:pt x="124460" y="899009"/>
                    </a:lnTo>
                    <a:cubicBezTo>
                      <a:pt x="55880" y="899009"/>
                      <a:pt x="0" y="843129"/>
                      <a:pt x="0" y="774549"/>
                    </a:cubicBezTo>
                    <a:lnTo>
                      <a:pt x="0" y="124460"/>
                    </a:lnTo>
                    <a:cubicBezTo>
                      <a:pt x="0" y="55880"/>
                      <a:pt x="55880" y="0"/>
                      <a:pt x="124460" y="0"/>
                    </a:cubicBezTo>
                    <a:lnTo>
                      <a:pt x="4193361" y="0"/>
                    </a:lnTo>
                    <a:cubicBezTo>
                      <a:pt x="4261941" y="0"/>
                      <a:pt x="4317822" y="55880"/>
                      <a:pt x="4317822" y="124460"/>
                    </a:cubicBezTo>
                    <a:lnTo>
                      <a:pt x="4317822" y="774549"/>
                    </a:lnTo>
                    <a:cubicBezTo>
                      <a:pt x="4317822" y="843129"/>
                      <a:pt x="4261941" y="899009"/>
                      <a:pt x="4193361" y="899009"/>
                    </a:cubicBezTo>
                    <a:close/>
                  </a:path>
                </a:pathLst>
              </a:custGeom>
              <a:solidFill>
                <a:srgbClr val="57FFFF"/>
              </a:solidFill>
            </p:spPr>
          </p:sp>
        </p:grpSp>
        <p:sp>
          <p:nvSpPr>
            <p:cNvPr name="TextBox 33" id="33"/>
            <p:cNvSpPr txBox="true"/>
            <p:nvPr/>
          </p:nvSpPr>
          <p:spPr>
            <a:xfrm rot="0">
              <a:off x="216626" y="31859"/>
              <a:ext cx="2810769" cy="5069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b="true" sz="2000">
                  <a:solidFill>
                    <a:srgbClr val="10101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Time: </a:t>
              </a:r>
              <a:r>
                <a:rPr lang="en-US" sz="2000">
                  <a:solidFill>
                    <a:srgbClr val="101010"/>
                  </a:solidFill>
                  <a:latin typeface="Agrandir"/>
                  <a:ea typeface="Agrandir"/>
                  <a:cs typeface="Agrandir"/>
                  <a:sym typeface="Agrandir"/>
                </a:rPr>
                <a:t>5 minutes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85139" y="1010328"/>
            <a:ext cx="8209338" cy="1666593"/>
            <a:chOff x="0" y="0"/>
            <a:chExt cx="10945784" cy="2222124"/>
          </a:xfrm>
        </p:grpSpPr>
        <p:sp>
          <p:nvSpPr>
            <p:cNvPr name="TextBox 35" id="35"/>
            <p:cNvSpPr txBox="true"/>
            <p:nvPr/>
          </p:nvSpPr>
          <p:spPr>
            <a:xfrm rot="0">
              <a:off x="0" y="-9525"/>
              <a:ext cx="10945784" cy="11252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050"/>
                </a:lnSpc>
              </a:pPr>
              <a:r>
                <a:rPr lang="en-US" b="true" sz="5499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ICEBREAKER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0" y="1245282"/>
              <a:ext cx="10945784" cy="9768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00"/>
                </a:lnSpc>
              </a:pPr>
              <a:r>
                <a:rPr lang="en-US" sz="20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Bef</a:t>
              </a:r>
              <a:r>
                <a:rPr lang="en-US" sz="2000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ore we start with the session, let's warm up a little</a:t>
              </a:r>
            </a:p>
            <a:p>
              <a:pPr algn="l" marL="0" indent="0" lvl="0">
                <a:lnSpc>
                  <a:spcPts val="2800"/>
                </a:lnSpc>
              </a:pPr>
              <a:r>
                <a:rPr lang="en-US" sz="2000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with this icebreaker question: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326257" y="952500"/>
            <a:ext cx="393304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June 1,</a:t>
            </a:r>
            <a:r>
              <a:rPr lang="en-US" sz="2400" u="non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2021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52500"/>
            <a:ext cx="393304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MDM Compa</a:t>
            </a:r>
            <a:r>
              <a:rPr lang="en-US" sz="2400" u="non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ny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484526" y="3268023"/>
            <a:ext cx="15318947" cy="4692571"/>
            <a:chOff x="0" y="0"/>
            <a:chExt cx="20425263" cy="6256762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9525"/>
              <a:ext cx="20425263" cy="48903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349"/>
                </a:lnSpc>
              </a:pPr>
              <a:r>
                <a:rPr lang="en-US" b="true" sz="8499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GET THOSE CR</a:t>
              </a:r>
              <a:r>
                <a:rPr lang="en-US" b="true" sz="8499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EATIVE JUICES FLOWING!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5632263"/>
              <a:ext cx="20425263" cy="6244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00"/>
                </a:lnSpc>
                <a:spcBef>
                  <a:spcPct val="0"/>
                </a:spcBef>
              </a:pPr>
              <a:r>
                <a:rPr lang="en-US" b="true" sz="2500">
                  <a:solidFill>
                    <a:srgbClr val="57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Let's begin.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52758" y="3435034"/>
            <a:ext cx="7694325" cy="4160984"/>
            <a:chOff x="0" y="0"/>
            <a:chExt cx="10259100" cy="5547979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10259100" cy="21478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050"/>
                </a:lnSpc>
              </a:pPr>
              <a:r>
                <a:rPr lang="en-US" b="true" sz="5499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DIGITAL BRAINSTORM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538113"/>
              <a:ext cx="10259100" cy="300986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Sta</a:t>
              </a:r>
              <a:r>
                <a:rPr lang="en-US" sz="21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rting on a new project begins with a curation of ideas. This digital brainsto</a:t>
              </a:r>
              <a:r>
                <a:rPr lang="en-US" sz="2100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rm session will allow us to lay down </a:t>
              </a:r>
            </a:p>
            <a:p>
              <a:pPr algn="l" marL="0" indent="0" lvl="0">
                <a:lnSpc>
                  <a:spcPts val="2940"/>
                </a:lnSpc>
              </a:pPr>
              <a:r>
                <a:rPr lang="en-US" sz="2100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and organize all o</a:t>
              </a:r>
              <a:r>
                <a:rPr lang="en-US" sz="21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ur </a:t>
              </a:r>
              <a:r>
                <a:rPr lang="en-US" sz="2100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t</a:t>
              </a:r>
              <a:r>
                <a:rPr lang="en-US" sz="21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h</a:t>
              </a:r>
              <a:r>
                <a:rPr lang="en-US" sz="2100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o</a:t>
              </a:r>
              <a:r>
                <a:rPr lang="en-US" sz="21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ught</a:t>
              </a:r>
              <a:r>
                <a:rPr lang="en-US" sz="2100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s, ideas, and inspiration. </a:t>
              </a:r>
            </a:p>
            <a:p>
              <a:pPr algn="l" marL="0" indent="0" lvl="0">
                <a:lnSpc>
                  <a:spcPts val="2940"/>
                </a:lnSpc>
              </a:pPr>
            </a:p>
            <a:p>
              <a:pPr algn="l" marL="0" indent="0" lvl="0">
                <a:lnSpc>
                  <a:spcPts val="2940"/>
                </a:lnSpc>
              </a:pPr>
              <a:r>
                <a:rPr lang="en-US" sz="2100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Next, we will vote on ideas that are promising</a:t>
              </a:r>
            </a:p>
            <a:p>
              <a:pPr algn="l" marL="0" indent="0" lvl="0">
                <a:lnSpc>
                  <a:spcPts val="2940"/>
                </a:lnSpc>
              </a:pPr>
              <a:r>
                <a:rPr lang="en-US" sz="2100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and add comments.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466404" y="2623106"/>
            <a:ext cx="881343" cy="881343"/>
            <a:chOff x="0" y="0"/>
            <a:chExt cx="1175123" cy="1175123"/>
          </a:xfrm>
        </p:grpSpPr>
        <p:grpSp>
          <p:nvGrpSpPr>
            <p:cNvPr name="Group 6" id="6"/>
            <p:cNvGrpSpPr>
              <a:grpSpLocks noChangeAspect="true"/>
            </p:cNvGrpSpPr>
            <p:nvPr/>
          </p:nvGrpSpPr>
          <p:grpSpPr>
            <a:xfrm rot="0"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name="Freeform 7" id="7"/>
              <p:cNvSpPr/>
              <p:nvPr/>
            </p:nvSpPr>
            <p:spPr>
              <a:xfrm flipH="false" flipV="false" rot="0"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r="r" b="b" t="t" l="l"/>
                <a:pathLst>
                  <a:path h="6355080" w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name="TextBox 8" id="8"/>
            <p:cNvSpPr txBox="true"/>
            <p:nvPr/>
          </p:nvSpPr>
          <p:spPr>
            <a:xfrm rot="0">
              <a:off x="366298" y="330796"/>
              <a:ext cx="442528" cy="5325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612"/>
                </a:lnSpc>
                <a:spcBef>
                  <a:spcPct val="0"/>
                </a:spcBef>
              </a:pPr>
              <a:r>
                <a:rPr lang="en-US" b="true" sz="2721" u="none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466404" y="5561559"/>
            <a:ext cx="881343" cy="881343"/>
            <a:chOff x="0" y="0"/>
            <a:chExt cx="1175123" cy="1175123"/>
          </a:xfrm>
        </p:grpSpPr>
        <p:grpSp>
          <p:nvGrpSpPr>
            <p:cNvPr name="Group 10" id="10"/>
            <p:cNvGrpSpPr>
              <a:grpSpLocks noChangeAspect="true"/>
            </p:cNvGrpSpPr>
            <p:nvPr/>
          </p:nvGrpSpPr>
          <p:grpSpPr>
            <a:xfrm rot="0"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r="r" b="b" t="t" l="l"/>
                <a:pathLst>
                  <a:path h="6355080" w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name="TextBox 12" id="12"/>
            <p:cNvSpPr txBox="true"/>
            <p:nvPr/>
          </p:nvSpPr>
          <p:spPr>
            <a:xfrm rot="0">
              <a:off x="366298" y="330796"/>
              <a:ext cx="442528" cy="5325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612"/>
                </a:lnSpc>
                <a:spcBef>
                  <a:spcPct val="0"/>
                </a:spcBef>
              </a:pPr>
              <a:r>
                <a:rPr lang="en-US" b="true" sz="2721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2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466404" y="6928387"/>
            <a:ext cx="881343" cy="881343"/>
            <a:chOff x="0" y="0"/>
            <a:chExt cx="1175123" cy="1175123"/>
          </a:xfrm>
        </p:grpSpPr>
        <p:grpSp>
          <p:nvGrpSpPr>
            <p:cNvPr name="Group 14" id="14"/>
            <p:cNvGrpSpPr>
              <a:grpSpLocks noChangeAspect="true"/>
            </p:cNvGrpSpPr>
            <p:nvPr/>
          </p:nvGrpSpPr>
          <p:grpSpPr>
            <a:xfrm rot="0"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r="r" b="b" t="t" l="l"/>
                <a:pathLst>
                  <a:path h="6355080" w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name="TextBox 16" id="16"/>
            <p:cNvSpPr txBox="true"/>
            <p:nvPr/>
          </p:nvSpPr>
          <p:spPr>
            <a:xfrm rot="0">
              <a:off x="366298" y="330796"/>
              <a:ext cx="442528" cy="5325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612"/>
                </a:lnSpc>
                <a:spcBef>
                  <a:spcPct val="0"/>
                </a:spcBef>
              </a:pPr>
              <a:r>
                <a:rPr lang="en-US" b="true" sz="2721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3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1892558" y="2613646"/>
            <a:ext cx="4672836" cy="795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Copy a sticky not</a:t>
            </a:r>
            <a:r>
              <a:rPr lang="en-US" sz="21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e, then we'll writ</a:t>
            </a:r>
            <a:r>
              <a:rPr lang="en-US" sz="2100" u="non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e our thoughts, ideas, and inspiration.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892558" y="5552099"/>
            <a:ext cx="4672836" cy="795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Use</a:t>
            </a:r>
            <a:r>
              <a:rPr lang="en-US" sz="2100" u="non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the stars to vote which ones we like to pursue.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892558" y="6918927"/>
            <a:ext cx="4672836" cy="795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</a:pPr>
            <a:r>
              <a:rPr lang="en-US" sz="21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C</a:t>
            </a:r>
            <a:r>
              <a:rPr lang="en-US" sz="2100" u="non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ircle or comment on any</a:t>
            </a:r>
          </a:p>
          <a:p>
            <a:pPr algn="l" marL="0" indent="0" lvl="0">
              <a:lnSpc>
                <a:spcPts val="2940"/>
              </a:lnSpc>
            </a:pPr>
            <a:r>
              <a:rPr lang="en-US" sz="2100" u="non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promising ideas.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326257" y="952500"/>
            <a:ext cx="393304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June 1,</a:t>
            </a:r>
            <a:r>
              <a:rPr lang="en-US" sz="2400" u="non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2021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28700" y="952500"/>
            <a:ext cx="393304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MDM Compa</a:t>
            </a:r>
            <a:r>
              <a:rPr lang="en-US" sz="2400" u="non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ny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13592668" y="3774200"/>
            <a:ext cx="1494209" cy="1216900"/>
            <a:chOff x="0" y="0"/>
            <a:chExt cx="1992279" cy="1622533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1992279" cy="1622533"/>
              <a:chOff x="0" y="0"/>
              <a:chExt cx="2651637" cy="2159521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57150" y="58420"/>
                <a:ext cx="2581787" cy="2088401"/>
              </a:xfrm>
              <a:custGeom>
                <a:avLst/>
                <a:gdLst/>
                <a:ahLst/>
                <a:cxnLst/>
                <a:rect r="r" b="b" t="t" l="l"/>
                <a:pathLst>
                  <a:path h="2088401" w="2581787">
                    <a:moveTo>
                      <a:pt x="2496697" y="2057921"/>
                    </a:moveTo>
                    <a:lnTo>
                      <a:pt x="0" y="2057921"/>
                    </a:lnTo>
                    <a:cubicBezTo>
                      <a:pt x="5080" y="2075701"/>
                      <a:pt x="21590" y="2088401"/>
                      <a:pt x="40640" y="2088401"/>
                    </a:cubicBezTo>
                    <a:lnTo>
                      <a:pt x="2538607" y="2088401"/>
                    </a:lnTo>
                    <a:cubicBezTo>
                      <a:pt x="2562737" y="2088401"/>
                      <a:pt x="2581787" y="2069351"/>
                      <a:pt x="2581787" y="2045221"/>
                    </a:cubicBezTo>
                    <a:lnTo>
                      <a:pt x="2581787" y="40640"/>
                    </a:lnTo>
                    <a:cubicBezTo>
                      <a:pt x="2581787" y="21590"/>
                      <a:pt x="2569087" y="6350"/>
                      <a:pt x="2552577" y="0"/>
                    </a:cubicBezTo>
                    <a:lnTo>
                      <a:pt x="2552577" y="2002041"/>
                    </a:lnTo>
                    <a:cubicBezTo>
                      <a:pt x="2552577" y="2032521"/>
                      <a:pt x="2527177" y="2057921"/>
                      <a:pt x="2496697" y="2057921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  <p:sp>
            <p:nvSpPr>
              <p:cNvPr name="Freeform 25" id="25"/>
              <p:cNvSpPr/>
              <p:nvPr/>
            </p:nvSpPr>
            <p:spPr>
              <a:xfrm flipH="false" flipV="false" rot="0">
                <a:off x="12700" y="12700"/>
                <a:ext cx="2584327" cy="2090941"/>
              </a:xfrm>
              <a:custGeom>
                <a:avLst/>
                <a:gdLst/>
                <a:ahLst/>
                <a:cxnLst/>
                <a:rect r="r" b="b" t="t" l="l"/>
                <a:pathLst>
                  <a:path h="2090941" w="2584327">
                    <a:moveTo>
                      <a:pt x="43180" y="2090941"/>
                    </a:moveTo>
                    <a:lnTo>
                      <a:pt x="2541147" y="2090941"/>
                    </a:lnTo>
                    <a:cubicBezTo>
                      <a:pt x="2565277" y="2090941"/>
                      <a:pt x="2584327" y="2071891"/>
                      <a:pt x="2584327" y="2047761"/>
                    </a:cubicBezTo>
                    <a:lnTo>
                      <a:pt x="2584327" y="43180"/>
                    </a:lnTo>
                    <a:cubicBezTo>
                      <a:pt x="2584327" y="19050"/>
                      <a:pt x="2565277" y="0"/>
                      <a:pt x="2541147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2047761"/>
                    </a:lnTo>
                    <a:cubicBezTo>
                      <a:pt x="0" y="2071891"/>
                      <a:pt x="19050" y="2090941"/>
                      <a:pt x="43180" y="2090941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2651637" cy="2159521"/>
              </a:xfrm>
              <a:custGeom>
                <a:avLst/>
                <a:gdLst/>
                <a:ahLst/>
                <a:cxnLst/>
                <a:rect r="r" b="b" t="t" l="l"/>
                <a:pathLst>
                  <a:path h="2159521" w="2651637">
                    <a:moveTo>
                      <a:pt x="2608456" y="44450"/>
                    </a:moveTo>
                    <a:cubicBezTo>
                      <a:pt x="2603377" y="19050"/>
                      <a:pt x="2580517" y="0"/>
                      <a:pt x="2553846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2060461"/>
                    </a:lnTo>
                    <a:cubicBezTo>
                      <a:pt x="0" y="2087131"/>
                      <a:pt x="17780" y="2108721"/>
                      <a:pt x="43180" y="2115071"/>
                    </a:cubicBezTo>
                    <a:cubicBezTo>
                      <a:pt x="48260" y="2140471"/>
                      <a:pt x="71120" y="2159521"/>
                      <a:pt x="97790" y="2159521"/>
                    </a:cubicBezTo>
                    <a:lnTo>
                      <a:pt x="2595757" y="2159521"/>
                    </a:lnTo>
                    <a:cubicBezTo>
                      <a:pt x="2626237" y="2159521"/>
                      <a:pt x="2651637" y="2134121"/>
                      <a:pt x="2651637" y="2103641"/>
                    </a:cubicBezTo>
                    <a:lnTo>
                      <a:pt x="2651637" y="99060"/>
                    </a:lnTo>
                    <a:cubicBezTo>
                      <a:pt x="2651637" y="72390"/>
                      <a:pt x="2633856" y="50800"/>
                      <a:pt x="2608456" y="44450"/>
                    </a:cubicBezTo>
                    <a:close/>
                    <a:moveTo>
                      <a:pt x="12700" y="2060461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2553847" y="12700"/>
                    </a:lnTo>
                    <a:cubicBezTo>
                      <a:pt x="2577977" y="12700"/>
                      <a:pt x="2597027" y="31750"/>
                      <a:pt x="2597027" y="55880"/>
                    </a:cubicBezTo>
                    <a:lnTo>
                      <a:pt x="2597027" y="2060461"/>
                    </a:lnTo>
                    <a:cubicBezTo>
                      <a:pt x="2597027" y="2084591"/>
                      <a:pt x="2577977" y="2103641"/>
                      <a:pt x="2553847" y="2103641"/>
                    </a:cubicBezTo>
                    <a:lnTo>
                      <a:pt x="55880" y="2103641"/>
                    </a:lnTo>
                    <a:cubicBezTo>
                      <a:pt x="31750" y="2103641"/>
                      <a:pt x="12700" y="2084591"/>
                      <a:pt x="12700" y="2060461"/>
                    </a:cubicBezTo>
                    <a:close/>
                    <a:moveTo>
                      <a:pt x="2638937" y="2103641"/>
                    </a:moveTo>
                    <a:cubicBezTo>
                      <a:pt x="2638937" y="2127771"/>
                      <a:pt x="2619887" y="2146821"/>
                      <a:pt x="2595757" y="2146821"/>
                    </a:cubicBezTo>
                    <a:lnTo>
                      <a:pt x="97790" y="2146821"/>
                    </a:lnTo>
                    <a:cubicBezTo>
                      <a:pt x="78740" y="2146821"/>
                      <a:pt x="62230" y="2134121"/>
                      <a:pt x="57150" y="2116341"/>
                    </a:cubicBezTo>
                    <a:lnTo>
                      <a:pt x="2553847" y="2116341"/>
                    </a:lnTo>
                    <a:cubicBezTo>
                      <a:pt x="2584327" y="2116341"/>
                      <a:pt x="2609727" y="2090941"/>
                      <a:pt x="2609727" y="2060461"/>
                    </a:cubicBezTo>
                    <a:lnTo>
                      <a:pt x="2609727" y="58420"/>
                    </a:lnTo>
                    <a:cubicBezTo>
                      <a:pt x="2626237" y="64770"/>
                      <a:pt x="2638937" y="80010"/>
                      <a:pt x="2638937" y="99060"/>
                    </a:cubicBezTo>
                    <a:lnTo>
                      <a:pt x="2638937" y="2103641"/>
                    </a:ln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name="TextBox 27" id="27"/>
            <p:cNvSpPr txBox="true"/>
            <p:nvPr/>
          </p:nvSpPr>
          <p:spPr>
            <a:xfrm rot="0">
              <a:off x="271075" y="402997"/>
              <a:ext cx="1450128" cy="7593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466"/>
                </a:lnSpc>
                <a:spcBef>
                  <a:spcPct val="0"/>
                </a:spcBef>
              </a:pPr>
              <a:r>
                <a:rPr lang="en-US" sz="1047">
                  <a:solidFill>
                    <a:srgbClr val="101010"/>
                  </a:solidFill>
                  <a:latin typeface="Agrandir"/>
                  <a:ea typeface="Agrandir"/>
                  <a:cs typeface="Agrandir"/>
                  <a:sym typeface="Agrandir"/>
                </a:rPr>
                <a:t>Co</a:t>
              </a:r>
              <a:r>
                <a:rPr lang="en-US" sz="1047" u="none">
                  <a:solidFill>
                    <a:srgbClr val="101010"/>
                  </a:solidFill>
                  <a:latin typeface="Agrandir"/>
                  <a:ea typeface="Agrandir"/>
                  <a:cs typeface="Agrandir"/>
                  <a:sym typeface="Agrandir"/>
                </a:rPr>
                <a:t>py a sticky note, then write your thoughts.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1892558" y="3761609"/>
            <a:ext cx="1494209" cy="1216900"/>
            <a:chOff x="0" y="0"/>
            <a:chExt cx="1992279" cy="1622533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1992279" cy="1622533"/>
              <a:chOff x="0" y="0"/>
              <a:chExt cx="2651637" cy="2159521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57150" y="58420"/>
                <a:ext cx="2581787" cy="2088401"/>
              </a:xfrm>
              <a:custGeom>
                <a:avLst/>
                <a:gdLst/>
                <a:ahLst/>
                <a:cxnLst/>
                <a:rect r="r" b="b" t="t" l="l"/>
                <a:pathLst>
                  <a:path h="2088401" w="2581787">
                    <a:moveTo>
                      <a:pt x="2496697" y="2057921"/>
                    </a:moveTo>
                    <a:lnTo>
                      <a:pt x="0" y="2057921"/>
                    </a:lnTo>
                    <a:cubicBezTo>
                      <a:pt x="5080" y="2075701"/>
                      <a:pt x="21590" y="2088401"/>
                      <a:pt x="40640" y="2088401"/>
                    </a:cubicBezTo>
                    <a:lnTo>
                      <a:pt x="2538607" y="2088401"/>
                    </a:lnTo>
                    <a:cubicBezTo>
                      <a:pt x="2562737" y="2088401"/>
                      <a:pt x="2581787" y="2069351"/>
                      <a:pt x="2581787" y="2045221"/>
                    </a:cubicBezTo>
                    <a:lnTo>
                      <a:pt x="2581787" y="40640"/>
                    </a:lnTo>
                    <a:cubicBezTo>
                      <a:pt x="2581787" y="21590"/>
                      <a:pt x="2569087" y="6350"/>
                      <a:pt x="2552577" y="0"/>
                    </a:cubicBezTo>
                    <a:lnTo>
                      <a:pt x="2552577" y="2002041"/>
                    </a:lnTo>
                    <a:cubicBezTo>
                      <a:pt x="2552577" y="2032521"/>
                      <a:pt x="2527177" y="2057921"/>
                      <a:pt x="2496697" y="2057921"/>
                    </a:cubicBezTo>
                    <a:close/>
                  </a:path>
                </a:pathLst>
              </a:custGeom>
              <a:solidFill>
                <a:srgbClr val="57FFFF"/>
              </a:solidFill>
            </p:spPr>
          </p:sp>
          <p:sp>
            <p:nvSpPr>
              <p:cNvPr name="Freeform 31" id="31"/>
              <p:cNvSpPr/>
              <p:nvPr/>
            </p:nvSpPr>
            <p:spPr>
              <a:xfrm flipH="false" flipV="false" rot="0">
                <a:off x="12700" y="12700"/>
                <a:ext cx="2584327" cy="2090941"/>
              </a:xfrm>
              <a:custGeom>
                <a:avLst/>
                <a:gdLst/>
                <a:ahLst/>
                <a:cxnLst/>
                <a:rect r="r" b="b" t="t" l="l"/>
                <a:pathLst>
                  <a:path h="2090941" w="2584327">
                    <a:moveTo>
                      <a:pt x="43180" y="2090941"/>
                    </a:moveTo>
                    <a:lnTo>
                      <a:pt x="2541147" y="2090941"/>
                    </a:lnTo>
                    <a:cubicBezTo>
                      <a:pt x="2565277" y="2090941"/>
                      <a:pt x="2584327" y="2071891"/>
                      <a:pt x="2584327" y="2047761"/>
                    </a:cubicBezTo>
                    <a:lnTo>
                      <a:pt x="2584327" y="43180"/>
                    </a:lnTo>
                    <a:cubicBezTo>
                      <a:pt x="2584327" y="19050"/>
                      <a:pt x="2565277" y="0"/>
                      <a:pt x="2541147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2047761"/>
                    </a:lnTo>
                    <a:cubicBezTo>
                      <a:pt x="0" y="2071891"/>
                      <a:pt x="19050" y="2090941"/>
                      <a:pt x="43180" y="2090941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2651637" cy="2159521"/>
              </a:xfrm>
              <a:custGeom>
                <a:avLst/>
                <a:gdLst/>
                <a:ahLst/>
                <a:cxnLst/>
                <a:rect r="r" b="b" t="t" l="l"/>
                <a:pathLst>
                  <a:path h="2159521" w="2651637">
                    <a:moveTo>
                      <a:pt x="2608456" y="44450"/>
                    </a:moveTo>
                    <a:cubicBezTo>
                      <a:pt x="2603377" y="19050"/>
                      <a:pt x="2580517" y="0"/>
                      <a:pt x="2553846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2060461"/>
                    </a:lnTo>
                    <a:cubicBezTo>
                      <a:pt x="0" y="2087131"/>
                      <a:pt x="17780" y="2108721"/>
                      <a:pt x="43180" y="2115071"/>
                    </a:cubicBezTo>
                    <a:cubicBezTo>
                      <a:pt x="48260" y="2140471"/>
                      <a:pt x="71120" y="2159521"/>
                      <a:pt x="97790" y="2159521"/>
                    </a:cubicBezTo>
                    <a:lnTo>
                      <a:pt x="2595757" y="2159521"/>
                    </a:lnTo>
                    <a:cubicBezTo>
                      <a:pt x="2626237" y="2159521"/>
                      <a:pt x="2651637" y="2134121"/>
                      <a:pt x="2651637" y="2103641"/>
                    </a:cubicBezTo>
                    <a:lnTo>
                      <a:pt x="2651637" y="99060"/>
                    </a:lnTo>
                    <a:cubicBezTo>
                      <a:pt x="2651637" y="72390"/>
                      <a:pt x="2633856" y="50800"/>
                      <a:pt x="2608456" y="44450"/>
                    </a:cubicBezTo>
                    <a:close/>
                    <a:moveTo>
                      <a:pt x="12700" y="2060461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2553847" y="12700"/>
                    </a:lnTo>
                    <a:cubicBezTo>
                      <a:pt x="2577977" y="12700"/>
                      <a:pt x="2597027" y="31750"/>
                      <a:pt x="2597027" y="55880"/>
                    </a:cubicBezTo>
                    <a:lnTo>
                      <a:pt x="2597027" y="2060461"/>
                    </a:lnTo>
                    <a:cubicBezTo>
                      <a:pt x="2597027" y="2084591"/>
                      <a:pt x="2577977" y="2103641"/>
                      <a:pt x="2553847" y="2103641"/>
                    </a:cubicBezTo>
                    <a:lnTo>
                      <a:pt x="55880" y="2103641"/>
                    </a:lnTo>
                    <a:cubicBezTo>
                      <a:pt x="31750" y="2103641"/>
                      <a:pt x="12700" y="2084591"/>
                      <a:pt x="12700" y="2060461"/>
                    </a:cubicBezTo>
                    <a:close/>
                    <a:moveTo>
                      <a:pt x="2638937" y="2103641"/>
                    </a:moveTo>
                    <a:cubicBezTo>
                      <a:pt x="2638937" y="2127771"/>
                      <a:pt x="2619887" y="2146821"/>
                      <a:pt x="2595757" y="2146821"/>
                    </a:cubicBezTo>
                    <a:lnTo>
                      <a:pt x="97790" y="2146821"/>
                    </a:lnTo>
                    <a:cubicBezTo>
                      <a:pt x="78740" y="2146821"/>
                      <a:pt x="62230" y="2134121"/>
                      <a:pt x="57150" y="2116341"/>
                    </a:cubicBezTo>
                    <a:lnTo>
                      <a:pt x="2553847" y="2116341"/>
                    </a:lnTo>
                    <a:cubicBezTo>
                      <a:pt x="2584327" y="2116341"/>
                      <a:pt x="2609727" y="2090941"/>
                      <a:pt x="2609727" y="2060461"/>
                    </a:cubicBezTo>
                    <a:lnTo>
                      <a:pt x="2609727" y="58420"/>
                    </a:lnTo>
                    <a:cubicBezTo>
                      <a:pt x="2626237" y="64770"/>
                      <a:pt x="2638937" y="80010"/>
                      <a:pt x="2638937" y="99060"/>
                    </a:cubicBezTo>
                    <a:lnTo>
                      <a:pt x="2638937" y="2103641"/>
                    </a:lnTo>
                    <a:close/>
                  </a:path>
                </a:pathLst>
              </a:custGeom>
              <a:solidFill>
                <a:srgbClr val="57FFFF"/>
              </a:solidFill>
            </p:spPr>
          </p:sp>
        </p:grpSp>
        <p:sp>
          <p:nvSpPr>
            <p:cNvPr name="TextBox 33" id="33"/>
            <p:cNvSpPr txBox="true"/>
            <p:nvPr/>
          </p:nvSpPr>
          <p:spPr>
            <a:xfrm rot="0">
              <a:off x="271075" y="402997"/>
              <a:ext cx="1450128" cy="7593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466"/>
                </a:lnSpc>
                <a:spcBef>
                  <a:spcPct val="0"/>
                </a:spcBef>
              </a:pPr>
              <a:r>
                <a:rPr lang="en-US" sz="1047">
                  <a:solidFill>
                    <a:srgbClr val="101010"/>
                  </a:solidFill>
                  <a:latin typeface="Agrandir"/>
                  <a:ea typeface="Agrandir"/>
                  <a:cs typeface="Agrandir"/>
                  <a:sym typeface="Agrandir"/>
                </a:rPr>
                <a:t>Co</a:t>
              </a:r>
              <a:r>
                <a:rPr lang="en-US" sz="1047" u="none">
                  <a:solidFill>
                    <a:srgbClr val="101010"/>
                  </a:solidFill>
                  <a:latin typeface="Agrandir"/>
                  <a:ea typeface="Agrandir"/>
                  <a:cs typeface="Agrandir"/>
                  <a:sym typeface="Agrandir"/>
                </a:rPr>
                <a:t>py a sticky note, then write your thoughts.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5292779" y="3774200"/>
            <a:ext cx="1494209" cy="1216900"/>
            <a:chOff x="0" y="0"/>
            <a:chExt cx="1992279" cy="1622533"/>
          </a:xfrm>
        </p:grpSpPr>
        <p:grpSp>
          <p:nvGrpSpPr>
            <p:cNvPr name="Group 35" id="35"/>
            <p:cNvGrpSpPr/>
            <p:nvPr/>
          </p:nvGrpSpPr>
          <p:grpSpPr>
            <a:xfrm rot="0">
              <a:off x="0" y="0"/>
              <a:ext cx="1992279" cy="1622533"/>
              <a:chOff x="0" y="0"/>
              <a:chExt cx="2651637" cy="2159521"/>
            </a:xfrm>
          </p:grpSpPr>
          <p:sp>
            <p:nvSpPr>
              <p:cNvPr name="Freeform 36" id="36"/>
              <p:cNvSpPr/>
              <p:nvPr/>
            </p:nvSpPr>
            <p:spPr>
              <a:xfrm flipH="false" flipV="false" rot="0">
                <a:off x="57150" y="58420"/>
                <a:ext cx="2581787" cy="2088401"/>
              </a:xfrm>
              <a:custGeom>
                <a:avLst/>
                <a:gdLst/>
                <a:ahLst/>
                <a:cxnLst/>
                <a:rect r="r" b="b" t="t" l="l"/>
                <a:pathLst>
                  <a:path h="2088401" w="2581787">
                    <a:moveTo>
                      <a:pt x="2496697" y="2057921"/>
                    </a:moveTo>
                    <a:lnTo>
                      <a:pt x="0" y="2057921"/>
                    </a:lnTo>
                    <a:cubicBezTo>
                      <a:pt x="5080" y="2075701"/>
                      <a:pt x="21590" y="2088401"/>
                      <a:pt x="40640" y="2088401"/>
                    </a:cubicBezTo>
                    <a:lnTo>
                      <a:pt x="2538607" y="2088401"/>
                    </a:lnTo>
                    <a:cubicBezTo>
                      <a:pt x="2562737" y="2088401"/>
                      <a:pt x="2581787" y="2069351"/>
                      <a:pt x="2581787" y="2045221"/>
                    </a:cubicBezTo>
                    <a:lnTo>
                      <a:pt x="2581787" y="40640"/>
                    </a:lnTo>
                    <a:cubicBezTo>
                      <a:pt x="2581787" y="21590"/>
                      <a:pt x="2569087" y="6350"/>
                      <a:pt x="2552577" y="0"/>
                    </a:cubicBezTo>
                    <a:lnTo>
                      <a:pt x="2552577" y="2002041"/>
                    </a:lnTo>
                    <a:cubicBezTo>
                      <a:pt x="2552577" y="2032521"/>
                      <a:pt x="2527177" y="2057921"/>
                      <a:pt x="2496697" y="2057921"/>
                    </a:cubicBezTo>
                    <a:close/>
                  </a:path>
                </a:pathLst>
              </a:custGeom>
              <a:solidFill>
                <a:srgbClr val="57FFFF"/>
              </a:solidFill>
            </p:spPr>
          </p:sp>
          <p:sp>
            <p:nvSpPr>
              <p:cNvPr name="Freeform 37" id="37"/>
              <p:cNvSpPr/>
              <p:nvPr/>
            </p:nvSpPr>
            <p:spPr>
              <a:xfrm flipH="false" flipV="false" rot="0">
                <a:off x="12700" y="12700"/>
                <a:ext cx="2584327" cy="2090941"/>
              </a:xfrm>
              <a:custGeom>
                <a:avLst/>
                <a:gdLst/>
                <a:ahLst/>
                <a:cxnLst/>
                <a:rect r="r" b="b" t="t" l="l"/>
                <a:pathLst>
                  <a:path h="2090941" w="2584327">
                    <a:moveTo>
                      <a:pt x="43180" y="2090941"/>
                    </a:moveTo>
                    <a:lnTo>
                      <a:pt x="2541147" y="2090941"/>
                    </a:lnTo>
                    <a:cubicBezTo>
                      <a:pt x="2565277" y="2090941"/>
                      <a:pt x="2584327" y="2071891"/>
                      <a:pt x="2584327" y="2047761"/>
                    </a:cubicBezTo>
                    <a:lnTo>
                      <a:pt x="2584327" y="43180"/>
                    </a:lnTo>
                    <a:cubicBezTo>
                      <a:pt x="2584327" y="19050"/>
                      <a:pt x="2565277" y="0"/>
                      <a:pt x="2541147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2047761"/>
                    </a:lnTo>
                    <a:cubicBezTo>
                      <a:pt x="0" y="2071891"/>
                      <a:pt x="19050" y="2090941"/>
                      <a:pt x="43180" y="2090941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38" id="38"/>
              <p:cNvSpPr/>
              <p:nvPr/>
            </p:nvSpPr>
            <p:spPr>
              <a:xfrm flipH="false" flipV="false" rot="0">
                <a:off x="0" y="0"/>
                <a:ext cx="2651637" cy="2159521"/>
              </a:xfrm>
              <a:custGeom>
                <a:avLst/>
                <a:gdLst/>
                <a:ahLst/>
                <a:cxnLst/>
                <a:rect r="r" b="b" t="t" l="l"/>
                <a:pathLst>
                  <a:path h="2159521" w="2651637">
                    <a:moveTo>
                      <a:pt x="2608456" y="44450"/>
                    </a:moveTo>
                    <a:cubicBezTo>
                      <a:pt x="2603377" y="19050"/>
                      <a:pt x="2580517" y="0"/>
                      <a:pt x="2553846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2060461"/>
                    </a:lnTo>
                    <a:cubicBezTo>
                      <a:pt x="0" y="2087131"/>
                      <a:pt x="17780" y="2108721"/>
                      <a:pt x="43180" y="2115071"/>
                    </a:cubicBezTo>
                    <a:cubicBezTo>
                      <a:pt x="48260" y="2140471"/>
                      <a:pt x="71120" y="2159521"/>
                      <a:pt x="97790" y="2159521"/>
                    </a:cubicBezTo>
                    <a:lnTo>
                      <a:pt x="2595757" y="2159521"/>
                    </a:lnTo>
                    <a:cubicBezTo>
                      <a:pt x="2626237" y="2159521"/>
                      <a:pt x="2651637" y="2134121"/>
                      <a:pt x="2651637" y="2103641"/>
                    </a:cubicBezTo>
                    <a:lnTo>
                      <a:pt x="2651637" y="99060"/>
                    </a:lnTo>
                    <a:cubicBezTo>
                      <a:pt x="2651637" y="72390"/>
                      <a:pt x="2633856" y="50800"/>
                      <a:pt x="2608456" y="44450"/>
                    </a:cubicBezTo>
                    <a:close/>
                    <a:moveTo>
                      <a:pt x="12700" y="2060461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2553847" y="12700"/>
                    </a:lnTo>
                    <a:cubicBezTo>
                      <a:pt x="2577977" y="12700"/>
                      <a:pt x="2597027" y="31750"/>
                      <a:pt x="2597027" y="55880"/>
                    </a:cubicBezTo>
                    <a:lnTo>
                      <a:pt x="2597027" y="2060461"/>
                    </a:lnTo>
                    <a:cubicBezTo>
                      <a:pt x="2597027" y="2084591"/>
                      <a:pt x="2577977" y="2103641"/>
                      <a:pt x="2553847" y="2103641"/>
                    </a:cubicBezTo>
                    <a:lnTo>
                      <a:pt x="55880" y="2103641"/>
                    </a:lnTo>
                    <a:cubicBezTo>
                      <a:pt x="31750" y="2103641"/>
                      <a:pt x="12700" y="2084591"/>
                      <a:pt x="12700" y="2060461"/>
                    </a:cubicBezTo>
                    <a:close/>
                    <a:moveTo>
                      <a:pt x="2638937" y="2103641"/>
                    </a:moveTo>
                    <a:cubicBezTo>
                      <a:pt x="2638937" y="2127771"/>
                      <a:pt x="2619887" y="2146821"/>
                      <a:pt x="2595757" y="2146821"/>
                    </a:cubicBezTo>
                    <a:lnTo>
                      <a:pt x="97790" y="2146821"/>
                    </a:lnTo>
                    <a:cubicBezTo>
                      <a:pt x="78740" y="2146821"/>
                      <a:pt x="62230" y="2134121"/>
                      <a:pt x="57150" y="2116341"/>
                    </a:cubicBezTo>
                    <a:lnTo>
                      <a:pt x="2553847" y="2116341"/>
                    </a:lnTo>
                    <a:cubicBezTo>
                      <a:pt x="2584327" y="2116341"/>
                      <a:pt x="2609727" y="2090941"/>
                      <a:pt x="2609727" y="2060461"/>
                    </a:cubicBezTo>
                    <a:lnTo>
                      <a:pt x="2609727" y="58420"/>
                    </a:lnTo>
                    <a:cubicBezTo>
                      <a:pt x="2626237" y="64770"/>
                      <a:pt x="2638937" y="80010"/>
                      <a:pt x="2638937" y="99060"/>
                    </a:cubicBezTo>
                    <a:lnTo>
                      <a:pt x="2638937" y="2103641"/>
                    </a:lnTo>
                    <a:close/>
                  </a:path>
                </a:pathLst>
              </a:custGeom>
              <a:solidFill>
                <a:srgbClr val="57FFFF"/>
              </a:solidFill>
            </p:spPr>
          </p:sp>
        </p:grpSp>
        <p:sp>
          <p:nvSpPr>
            <p:cNvPr name="TextBox 39" id="39"/>
            <p:cNvSpPr txBox="true"/>
            <p:nvPr/>
          </p:nvSpPr>
          <p:spPr>
            <a:xfrm rot="0">
              <a:off x="271075" y="402997"/>
              <a:ext cx="1450128" cy="75938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1466"/>
                </a:lnSpc>
                <a:spcBef>
                  <a:spcPct val="0"/>
                </a:spcBef>
              </a:pPr>
              <a:r>
                <a:rPr lang="en-US" sz="1047">
                  <a:solidFill>
                    <a:srgbClr val="101010"/>
                  </a:solidFill>
                  <a:latin typeface="Agrandir"/>
                  <a:ea typeface="Agrandir"/>
                  <a:cs typeface="Agrandir"/>
                  <a:sym typeface="Agrandir"/>
                </a:rPr>
                <a:t>Co</a:t>
              </a:r>
              <a:r>
                <a:rPr lang="en-US" sz="1047" u="none">
                  <a:solidFill>
                    <a:srgbClr val="101010"/>
                  </a:solidFill>
                  <a:latin typeface="Agrandir"/>
                  <a:ea typeface="Agrandir"/>
                  <a:cs typeface="Agrandir"/>
                  <a:sym typeface="Agrandir"/>
                </a:rPr>
                <a:t>py a sticky note, then write your thoughts.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1892558" y="8258897"/>
            <a:ext cx="719108" cy="719108"/>
            <a:chOff x="0" y="0"/>
            <a:chExt cx="958811" cy="958811"/>
          </a:xfrm>
        </p:grpSpPr>
        <p:grpSp>
          <p:nvGrpSpPr>
            <p:cNvPr name="Group 41" id="41"/>
            <p:cNvGrpSpPr>
              <a:grpSpLocks noChangeAspect="true"/>
            </p:cNvGrpSpPr>
            <p:nvPr/>
          </p:nvGrpSpPr>
          <p:grpSpPr>
            <a:xfrm rot="0">
              <a:off x="0" y="0"/>
              <a:ext cx="958811" cy="958811"/>
              <a:chOff x="-2540" y="-2540"/>
              <a:chExt cx="6355080" cy="635508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r="r" b="b" t="t" l="l"/>
                <a:pathLst>
                  <a:path h="6355080" w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57FFFF"/>
              </a:solidFill>
            </p:spPr>
          </p:sp>
        </p:grpSp>
        <p:sp>
          <p:nvSpPr>
            <p:cNvPr name="Freeform 43" id="43"/>
            <p:cNvSpPr/>
            <p:nvPr/>
          </p:nvSpPr>
          <p:spPr>
            <a:xfrm flipH="false" flipV="false" rot="0">
              <a:off x="227304" y="232346"/>
              <a:ext cx="504203" cy="494119"/>
            </a:xfrm>
            <a:custGeom>
              <a:avLst/>
              <a:gdLst/>
              <a:ahLst/>
              <a:cxnLst/>
              <a:rect r="r" b="b" t="t" l="l"/>
              <a:pathLst>
                <a:path h="494119" w="504203">
                  <a:moveTo>
                    <a:pt x="0" y="0"/>
                  </a:moveTo>
                  <a:lnTo>
                    <a:pt x="504203" y="0"/>
                  </a:lnTo>
                  <a:lnTo>
                    <a:pt x="504203" y="494119"/>
                  </a:lnTo>
                  <a:lnTo>
                    <a:pt x="0" y="494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44" id="44"/>
          <p:cNvGrpSpPr/>
          <p:nvPr/>
        </p:nvGrpSpPr>
        <p:grpSpPr>
          <a:xfrm rot="0">
            <a:off x="12894698" y="8258897"/>
            <a:ext cx="719108" cy="719108"/>
            <a:chOff x="0" y="0"/>
            <a:chExt cx="958811" cy="958811"/>
          </a:xfrm>
        </p:grpSpPr>
        <p:grpSp>
          <p:nvGrpSpPr>
            <p:cNvPr name="Group 45" id="45"/>
            <p:cNvGrpSpPr>
              <a:grpSpLocks noChangeAspect="true"/>
            </p:cNvGrpSpPr>
            <p:nvPr/>
          </p:nvGrpSpPr>
          <p:grpSpPr>
            <a:xfrm rot="0">
              <a:off x="0" y="0"/>
              <a:ext cx="958811" cy="958811"/>
              <a:chOff x="-2540" y="-2540"/>
              <a:chExt cx="6355080" cy="6355080"/>
            </a:xfrm>
          </p:grpSpPr>
          <p:sp>
            <p:nvSpPr>
              <p:cNvPr name="Freeform 46" id="46"/>
              <p:cNvSpPr/>
              <p:nvPr/>
            </p:nvSpPr>
            <p:spPr>
              <a:xfrm flipH="false" flipV="false" rot="0"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r="r" b="b" t="t" l="l"/>
                <a:pathLst>
                  <a:path h="6355080" w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name="Freeform 47" id="47"/>
            <p:cNvSpPr/>
            <p:nvPr/>
          </p:nvSpPr>
          <p:spPr>
            <a:xfrm flipH="false" flipV="false" rot="0">
              <a:off x="227304" y="232346"/>
              <a:ext cx="504203" cy="494119"/>
            </a:xfrm>
            <a:custGeom>
              <a:avLst/>
              <a:gdLst/>
              <a:ahLst/>
              <a:cxnLst/>
              <a:rect r="r" b="b" t="t" l="l"/>
              <a:pathLst>
                <a:path h="494119" w="504203">
                  <a:moveTo>
                    <a:pt x="0" y="0"/>
                  </a:moveTo>
                  <a:lnTo>
                    <a:pt x="504203" y="0"/>
                  </a:lnTo>
                  <a:lnTo>
                    <a:pt x="504203" y="494119"/>
                  </a:lnTo>
                  <a:lnTo>
                    <a:pt x="0" y="49411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48" id="48"/>
          <p:cNvSpPr txBox="true"/>
          <p:nvPr/>
        </p:nvSpPr>
        <p:spPr>
          <a:xfrm rot="0">
            <a:off x="15397805" y="8348927"/>
            <a:ext cx="1274883" cy="643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65"/>
              </a:lnSpc>
            </a:pPr>
            <a:r>
              <a:rPr lang="en-US" sz="2956">
                <a:solidFill>
                  <a:srgbClr val="FF19CF"/>
                </a:solidFill>
                <a:latin typeface="Nickainley"/>
                <a:ea typeface="Nickainley"/>
                <a:cs typeface="Nickainley"/>
                <a:sym typeface="Nickainley"/>
              </a:rPr>
              <a:t>This is</a:t>
            </a:r>
          </a:p>
          <a:p>
            <a:pPr algn="ctr">
              <a:lnSpc>
                <a:spcPts val="2365"/>
              </a:lnSpc>
              <a:spcBef>
                <a:spcPct val="0"/>
              </a:spcBef>
            </a:pPr>
            <a:r>
              <a:rPr lang="en-US" sz="2956">
                <a:solidFill>
                  <a:srgbClr val="FF19CF"/>
                </a:solidFill>
                <a:latin typeface="Nickainley"/>
                <a:ea typeface="Nickainley"/>
                <a:cs typeface="Nickainley"/>
                <a:sym typeface="Nickainley"/>
              </a:rPr>
              <a:t>great!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896838" y="8462526"/>
            <a:ext cx="1395941" cy="464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5"/>
              </a:lnSpc>
              <a:spcBef>
                <a:spcPct val="0"/>
              </a:spcBef>
            </a:pPr>
            <a:r>
              <a:rPr lang="en-US" sz="4056">
                <a:solidFill>
                  <a:srgbClr val="57FFFF"/>
                </a:solidFill>
                <a:latin typeface="Nickainley"/>
                <a:ea typeface="Nickainley"/>
                <a:cs typeface="Nickainley"/>
                <a:sym typeface="Nickainley"/>
              </a:rPr>
              <a:t>Yes!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424325" y="2231227"/>
            <a:ext cx="4339136" cy="7461258"/>
            <a:chOff x="0" y="0"/>
            <a:chExt cx="10694927" cy="1839020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31750" y="31750"/>
              <a:ext cx="10630185" cy="18326706"/>
            </a:xfrm>
            <a:custGeom>
              <a:avLst/>
              <a:gdLst/>
              <a:ahLst/>
              <a:cxnLst/>
              <a:rect r="r" b="b" t="t" l="l"/>
              <a:pathLst>
                <a:path h="18326706" w="10630185">
                  <a:moveTo>
                    <a:pt x="10538716" y="18326706"/>
                  </a:moveTo>
                  <a:lnTo>
                    <a:pt x="92710" y="18326706"/>
                  </a:lnTo>
                  <a:cubicBezTo>
                    <a:pt x="41910" y="18326706"/>
                    <a:pt x="0" y="18284796"/>
                    <a:pt x="0" y="1823399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0537447" y="0"/>
                  </a:lnTo>
                  <a:cubicBezTo>
                    <a:pt x="10588247" y="0"/>
                    <a:pt x="10630157" y="41910"/>
                    <a:pt x="10630157" y="92710"/>
                  </a:cubicBezTo>
                  <a:lnTo>
                    <a:pt x="10630157" y="18232726"/>
                  </a:lnTo>
                  <a:cubicBezTo>
                    <a:pt x="10631426" y="18284796"/>
                    <a:pt x="10589516" y="18326706"/>
                    <a:pt x="10538716" y="18326706"/>
                  </a:cubicBezTo>
                  <a:close/>
                </a:path>
              </a:pathLst>
            </a:custGeom>
            <a:solidFill>
              <a:srgbClr val="101010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694927" cy="18390206"/>
            </a:xfrm>
            <a:custGeom>
              <a:avLst/>
              <a:gdLst/>
              <a:ahLst/>
              <a:cxnLst/>
              <a:rect r="r" b="b" t="t" l="l"/>
              <a:pathLst>
                <a:path h="18390206" w="10694927">
                  <a:moveTo>
                    <a:pt x="10570466" y="59690"/>
                  </a:moveTo>
                  <a:cubicBezTo>
                    <a:pt x="10606026" y="59690"/>
                    <a:pt x="10635237" y="88900"/>
                    <a:pt x="10635237" y="124460"/>
                  </a:cubicBezTo>
                  <a:lnTo>
                    <a:pt x="10635237" y="18265746"/>
                  </a:lnTo>
                  <a:cubicBezTo>
                    <a:pt x="10635237" y="18301306"/>
                    <a:pt x="10606026" y="18330517"/>
                    <a:pt x="10570466" y="18330517"/>
                  </a:cubicBezTo>
                  <a:lnTo>
                    <a:pt x="124460" y="18330517"/>
                  </a:lnTo>
                  <a:cubicBezTo>
                    <a:pt x="88900" y="18330517"/>
                    <a:pt x="59690" y="18301306"/>
                    <a:pt x="59690" y="1826574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0570466" y="59690"/>
                  </a:lnTo>
                  <a:moveTo>
                    <a:pt x="10570466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8265746"/>
                  </a:lnTo>
                  <a:cubicBezTo>
                    <a:pt x="0" y="18334326"/>
                    <a:pt x="55880" y="18390206"/>
                    <a:pt x="124460" y="18390206"/>
                  </a:cubicBezTo>
                  <a:lnTo>
                    <a:pt x="10570466" y="18390206"/>
                  </a:lnTo>
                  <a:cubicBezTo>
                    <a:pt x="10639047" y="18390206"/>
                    <a:pt x="10694927" y="18334326"/>
                    <a:pt x="10694927" y="18265746"/>
                  </a:cubicBezTo>
                  <a:lnTo>
                    <a:pt x="10694927" y="124460"/>
                  </a:lnTo>
                  <a:cubicBezTo>
                    <a:pt x="10694927" y="55880"/>
                    <a:pt x="10639047" y="0"/>
                    <a:pt x="10570466" y="0"/>
                  </a:cubicBezTo>
                  <a:close/>
                </a:path>
              </a:pathLst>
            </a:custGeom>
            <a:solidFill>
              <a:srgbClr val="FF19CF"/>
            </a:solidFill>
          </p:spPr>
        </p:sp>
      </p:grpSp>
      <p:grpSp>
        <p:nvGrpSpPr>
          <p:cNvPr name="Group 5" id="5"/>
          <p:cNvGrpSpPr/>
          <p:nvPr/>
        </p:nvGrpSpPr>
        <p:grpSpPr>
          <a:xfrm rot="0">
            <a:off x="547399" y="2231227"/>
            <a:ext cx="12646723" cy="7461258"/>
            <a:chOff x="0" y="0"/>
            <a:chExt cx="31171128" cy="1839020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31750" y="31750"/>
              <a:ext cx="31106387" cy="18326706"/>
            </a:xfrm>
            <a:custGeom>
              <a:avLst/>
              <a:gdLst/>
              <a:ahLst/>
              <a:cxnLst/>
              <a:rect r="r" b="b" t="t" l="l"/>
              <a:pathLst>
                <a:path h="18326706" w="31106387">
                  <a:moveTo>
                    <a:pt x="31014919" y="18326706"/>
                  </a:moveTo>
                  <a:lnTo>
                    <a:pt x="92710" y="18326706"/>
                  </a:lnTo>
                  <a:cubicBezTo>
                    <a:pt x="41910" y="18326706"/>
                    <a:pt x="0" y="18284796"/>
                    <a:pt x="0" y="18233996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31013648" y="0"/>
                  </a:lnTo>
                  <a:cubicBezTo>
                    <a:pt x="31064448" y="0"/>
                    <a:pt x="31106359" y="41910"/>
                    <a:pt x="31106359" y="92710"/>
                  </a:cubicBezTo>
                  <a:lnTo>
                    <a:pt x="31106359" y="18232726"/>
                  </a:lnTo>
                  <a:cubicBezTo>
                    <a:pt x="31107627" y="18284796"/>
                    <a:pt x="31065719" y="18326706"/>
                    <a:pt x="31014919" y="18326706"/>
                  </a:cubicBezTo>
                  <a:close/>
                </a:path>
              </a:pathLst>
            </a:custGeom>
            <a:solidFill>
              <a:srgbClr val="101010"/>
            </a:solid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1171127" cy="18390206"/>
            </a:xfrm>
            <a:custGeom>
              <a:avLst/>
              <a:gdLst/>
              <a:ahLst/>
              <a:cxnLst/>
              <a:rect r="r" b="b" t="t" l="l"/>
              <a:pathLst>
                <a:path h="18390206" w="31171127">
                  <a:moveTo>
                    <a:pt x="31046669" y="59690"/>
                  </a:moveTo>
                  <a:cubicBezTo>
                    <a:pt x="31082227" y="59690"/>
                    <a:pt x="31111437" y="88900"/>
                    <a:pt x="31111437" y="124460"/>
                  </a:cubicBezTo>
                  <a:lnTo>
                    <a:pt x="31111437" y="18265746"/>
                  </a:lnTo>
                  <a:cubicBezTo>
                    <a:pt x="31111437" y="18301306"/>
                    <a:pt x="31082227" y="18330517"/>
                    <a:pt x="31046669" y="18330517"/>
                  </a:cubicBezTo>
                  <a:lnTo>
                    <a:pt x="124460" y="18330517"/>
                  </a:lnTo>
                  <a:cubicBezTo>
                    <a:pt x="88900" y="18330517"/>
                    <a:pt x="59690" y="18301306"/>
                    <a:pt x="59690" y="18265746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1046669" y="59690"/>
                  </a:lnTo>
                  <a:moveTo>
                    <a:pt x="31046669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8265746"/>
                  </a:lnTo>
                  <a:cubicBezTo>
                    <a:pt x="0" y="18334326"/>
                    <a:pt x="55880" y="18390206"/>
                    <a:pt x="124460" y="18390206"/>
                  </a:cubicBezTo>
                  <a:lnTo>
                    <a:pt x="31046669" y="18390206"/>
                  </a:lnTo>
                  <a:cubicBezTo>
                    <a:pt x="31115248" y="18390206"/>
                    <a:pt x="31171127" y="18334326"/>
                    <a:pt x="31171127" y="18265746"/>
                  </a:cubicBezTo>
                  <a:lnTo>
                    <a:pt x="31171127" y="124460"/>
                  </a:lnTo>
                  <a:cubicBezTo>
                    <a:pt x="31171127" y="55880"/>
                    <a:pt x="31115248" y="0"/>
                    <a:pt x="31046669" y="0"/>
                  </a:cubicBezTo>
                  <a:close/>
                </a:path>
              </a:pathLst>
            </a:custGeom>
            <a:solidFill>
              <a:srgbClr val="57FFFF"/>
            </a:solidFill>
          </p:spPr>
        </p:sp>
      </p:grpSp>
      <p:grpSp>
        <p:nvGrpSpPr>
          <p:cNvPr name="Group 8" id="8"/>
          <p:cNvGrpSpPr/>
          <p:nvPr/>
        </p:nvGrpSpPr>
        <p:grpSpPr>
          <a:xfrm rot="0">
            <a:off x="10879698" y="566221"/>
            <a:ext cx="1122968" cy="1065940"/>
            <a:chOff x="0" y="0"/>
            <a:chExt cx="1497291" cy="1421253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1497291" cy="1421253"/>
              <a:chOff x="0" y="0"/>
              <a:chExt cx="2275056" cy="2159521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57150" y="58420"/>
                <a:ext cx="2205206" cy="2088401"/>
              </a:xfrm>
              <a:custGeom>
                <a:avLst/>
                <a:gdLst/>
                <a:ahLst/>
                <a:cxnLst/>
                <a:rect r="r" b="b" t="t" l="l"/>
                <a:pathLst>
                  <a:path h="2088401" w="2205206">
                    <a:moveTo>
                      <a:pt x="2120117" y="2057921"/>
                    </a:moveTo>
                    <a:lnTo>
                      <a:pt x="0" y="2057921"/>
                    </a:lnTo>
                    <a:cubicBezTo>
                      <a:pt x="5080" y="2075701"/>
                      <a:pt x="21590" y="2088401"/>
                      <a:pt x="40640" y="2088401"/>
                    </a:cubicBezTo>
                    <a:lnTo>
                      <a:pt x="2162027" y="2088401"/>
                    </a:lnTo>
                    <a:cubicBezTo>
                      <a:pt x="2186156" y="2088401"/>
                      <a:pt x="2205206" y="2069351"/>
                      <a:pt x="2205206" y="2045221"/>
                    </a:cubicBezTo>
                    <a:lnTo>
                      <a:pt x="2205206" y="40640"/>
                    </a:lnTo>
                    <a:cubicBezTo>
                      <a:pt x="2205206" y="21590"/>
                      <a:pt x="2192506" y="6350"/>
                      <a:pt x="2175996" y="0"/>
                    </a:cubicBezTo>
                    <a:lnTo>
                      <a:pt x="2175996" y="2002041"/>
                    </a:lnTo>
                    <a:cubicBezTo>
                      <a:pt x="2175996" y="2032521"/>
                      <a:pt x="2150596" y="2057921"/>
                      <a:pt x="2120117" y="2057921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  <p:sp>
            <p:nvSpPr>
              <p:cNvPr name="Freeform 11" id="11"/>
              <p:cNvSpPr/>
              <p:nvPr/>
            </p:nvSpPr>
            <p:spPr>
              <a:xfrm flipH="false" flipV="false" rot="0">
                <a:off x="12700" y="12700"/>
                <a:ext cx="2207746" cy="2090941"/>
              </a:xfrm>
              <a:custGeom>
                <a:avLst/>
                <a:gdLst/>
                <a:ahLst/>
                <a:cxnLst/>
                <a:rect r="r" b="b" t="t" l="l"/>
                <a:pathLst>
                  <a:path h="2090941" w="2207746">
                    <a:moveTo>
                      <a:pt x="43180" y="2090941"/>
                    </a:moveTo>
                    <a:lnTo>
                      <a:pt x="2164567" y="2090941"/>
                    </a:lnTo>
                    <a:cubicBezTo>
                      <a:pt x="2188696" y="2090941"/>
                      <a:pt x="2207746" y="2071891"/>
                      <a:pt x="2207746" y="2047761"/>
                    </a:cubicBezTo>
                    <a:lnTo>
                      <a:pt x="2207746" y="43180"/>
                    </a:lnTo>
                    <a:cubicBezTo>
                      <a:pt x="2207746" y="19050"/>
                      <a:pt x="2188696" y="0"/>
                      <a:pt x="2164567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2047761"/>
                    </a:lnTo>
                    <a:cubicBezTo>
                      <a:pt x="0" y="2071891"/>
                      <a:pt x="19050" y="2090941"/>
                      <a:pt x="43180" y="2090941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275056" cy="2159521"/>
              </a:xfrm>
              <a:custGeom>
                <a:avLst/>
                <a:gdLst/>
                <a:ahLst/>
                <a:cxnLst/>
                <a:rect r="r" b="b" t="t" l="l"/>
                <a:pathLst>
                  <a:path h="2159521" w="2275056">
                    <a:moveTo>
                      <a:pt x="2231876" y="44450"/>
                    </a:moveTo>
                    <a:cubicBezTo>
                      <a:pt x="2226796" y="19050"/>
                      <a:pt x="2203936" y="0"/>
                      <a:pt x="2177266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2060461"/>
                    </a:lnTo>
                    <a:cubicBezTo>
                      <a:pt x="0" y="2087131"/>
                      <a:pt x="17780" y="2108721"/>
                      <a:pt x="43180" y="2115071"/>
                    </a:cubicBezTo>
                    <a:cubicBezTo>
                      <a:pt x="48260" y="2140471"/>
                      <a:pt x="71120" y="2159521"/>
                      <a:pt x="97790" y="2159521"/>
                    </a:cubicBezTo>
                    <a:lnTo>
                      <a:pt x="2219177" y="2159521"/>
                    </a:lnTo>
                    <a:cubicBezTo>
                      <a:pt x="2249656" y="2159521"/>
                      <a:pt x="2275056" y="2134121"/>
                      <a:pt x="2275056" y="2103641"/>
                    </a:cubicBezTo>
                    <a:lnTo>
                      <a:pt x="2275056" y="99060"/>
                    </a:lnTo>
                    <a:cubicBezTo>
                      <a:pt x="2275056" y="72390"/>
                      <a:pt x="2257276" y="50800"/>
                      <a:pt x="2231876" y="44450"/>
                    </a:cubicBezTo>
                    <a:close/>
                    <a:moveTo>
                      <a:pt x="12700" y="2060461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2177267" y="12700"/>
                    </a:lnTo>
                    <a:cubicBezTo>
                      <a:pt x="2201396" y="12700"/>
                      <a:pt x="2220446" y="31750"/>
                      <a:pt x="2220446" y="55880"/>
                    </a:cubicBezTo>
                    <a:lnTo>
                      <a:pt x="2220446" y="2060461"/>
                    </a:lnTo>
                    <a:cubicBezTo>
                      <a:pt x="2220446" y="2084591"/>
                      <a:pt x="2201396" y="2103641"/>
                      <a:pt x="2177267" y="2103641"/>
                    </a:cubicBezTo>
                    <a:lnTo>
                      <a:pt x="55880" y="2103641"/>
                    </a:lnTo>
                    <a:cubicBezTo>
                      <a:pt x="31750" y="2103641"/>
                      <a:pt x="12700" y="2084591"/>
                      <a:pt x="12700" y="2060461"/>
                    </a:cubicBezTo>
                    <a:close/>
                    <a:moveTo>
                      <a:pt x="2262356" y="2103641"/>
                    </a:moveTo>
                    <a:cubicBezTo>
                      <a:pt x="2262356" y="2127771"/>
                      <a:pt x="2243306" y="2146821"/>
                      <a:pt x="2219177" y="2146821"/>
                    </a:cubicBezTo>
                    <a:lnTo>
                      <a:pt x="97790" y="2146821"/>
                    </a:lnTo>
                    <a:cubicBezTo>
                      <a:pt x="78740" y="2146821"/>
                      <a:pt x="62230" y="2134121"/>
                      <a:pt x="57150" y="2116341"/>
                    </a:cubicBezTo>
                    <a:lnTo>
                      <a:pt x="2177267" y="2116341"/>
                    </a:lnTo>
                    <a:cubicBezTo>
                      <a:pt x="2207746" y="2116341"/>
                      <a:pt x="2233146" y="2090941"/>
                      <a:pt x="2233146" y="2060461"/>
                    </a:cubicBezTo>
                    <a:lnTo>
                      <a:pt x="2233146" y="58420"/>
                    </a:lnTo>
                    <a:cubicBezTo>
                      <a:pt x="2249656" y="64770"/>
                      <a:pt x="2262356" y="80010"/>
                      <a:pt x="2262356" y="99060"/>
                    </a:cubicBezTo>
                    <a:lnTo>
                      <a:pt x="2262356" y="2103641"/>
                    </a:ln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name="TextBox 13" id="13"/>
            <p:cNvSpPr txBox="true"/>
            <p:nvPr/>
          </p:nvSpPr>
          <p:spPr>
            <a:xfrm rot="0">
              <a:off x="146021" y="504062"/>
              <a:ext cx="1205249" cy="3702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026"/>
                </a:lnSpc>
              </a:pPr>
              <a:r>
                <a:rPr lang="en-US" sz="900">
                  <a:solidFill>
                    <a:srgbClr val="101010"/>
                  </a:solidFill>
                  <a:latin typeface="Agrandir"/>
                  <a:ea typeface="Agrandir"/>
                  <a:cs typeface="Agrandir"/>
                  <a:sym typeface="Agrandir"/>
                </a:rPr>
                <a:t>Add your</a:t>
              </a:r>
            </a:p>
            <a:p>
              <a:pPr algn="ctr" marL="0" indent="0" lvl="0">
                <a:lnSpc>
                  <a:spcPts val="1026"/>
                </a:lnSpc>
              </a:pPr>
              <a:r>
                <a:rPr lang="en-US" sz="900">
                  <a:solidFill>
                    <a:srgbClr val="101010"/>
                  </a:solidFill>
                  <a:latin typeface="Agrandir"/>
                  <a:ea typeface="Agrandir"/>
                  <a:cs typeface="Agrandir"/>
                  <a:sym typeface="Agrandir"/>
                </a:rPr>
                <a:t>idea here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547399" y="559874"/>
            <a:ext cx="8596601" cy="1498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3"/>
              </a:lnSpc>
            </a:pPr>
            <a:r>
              <a:rPr lang="en-US" b="true" sz="5691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BRAINSTORM TOPIC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547399" y="2231227"/>
            <a:ext cx="12625291" cy="480901"/>
            <a:chOff x="0" y="0"/>
            <a:chExt cx="31118305" cy="118530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31750" y="31750"/>
              <a:ext cx="31053562" cy="1121804"/>
            </a:xfrm>
            <a:custGeom>
              <a:avLst/>
              <a:gdLst/>
              <a:ahLst/>
              <a:cxnLst/>
              <a:rect r="r" b="b" t="t" l="l"/>
              <a:pathLst>
                <a:path h="1121804" w="31053562">
                  <a:moveTo>
                    <a:pt x="30962095" y="1121804"/>
                  </a:moveTo>
                  <a:lnTo>
                    <a:pt x="92710" y="1121804"/>
                  </a:lnTo>
                  <a:cubicBezTo>
                    <a:pt x="41910" y="1121804"/>
                    <a:pt x="0" y="1079894"/>
                    <a:pt x="0" y="1029094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30960826" y="0"/>
                  </a:lnTo>
                  <a:cubicBezTo>
                    <a:pt x="31011626" y="0"/>
                    <a:pt x="31053534" y="41910"/>
                    <a:pt x="31053534" y="92710"/>
                  </a:cubicBezTo>
                  <a:lnTo>
                    <a:pt x="31053534" y="1027824"/>
                  </a:lnTo>
                  <a:cubicBezTo>
                    <a:pt x="31054805" y="1079894"/>
                    <a:pt x="31012895" y="1121804"/>
                    <a:pt x="30962095" y="1121804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1118305" cy="1185304"/>
            </a:xfrm>
            <a:custGeom>
              <a:avLst/>
              <a:gdLst/>
              <a:ahLst/>
              <a:cxnLst/>
              <a:rect r="r" b="b" t="t" l="l"/>
              <a:pathLst>
                <a:path h="1185304" w="31118305">
                  <a:moveTo>
                    <a:pt x="30993845" y="59690"/>
                  </a:moveTo>
                  <a:cubicBezTo>
                    <a:pt x="31029405" y="59690"/>
                    <a:pt x="31058616" y="88900"/>
                    <a:pt x="31058616" y="124460"/>
                  </a:cubicBezTo>
                  <a:lnTo>
                    <a:pt x="31058616" y="1060844"/>
                  </a:lnTo>
                  <a:cubicBezTo>
                    <a:pt x="31058616" y="1096404"/>
                    <a:pt x="31029405" y="1125614"/>
                    <a:pt x="30993845" y="1125614"/>
                  </a:cubicBezTo>
                  <a:lnTo>
                    <a:pt x="124460" y="1125614"/>
                  </a:lnTo>
                  <a:cubicBezTo>
                    <a:pt x="88900" y="1125614"/>
                    <a:pt x="59690" y="1096404"/>
                    <a:pt x="59690" y="1060844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30993845" y="59690"/>
                  </a:lnTo>
                  <a:moveTo>
                    <a:pt x="30993845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060844"/>
                  </a:lnTo>
                  <a:cubicBezTo>
                    <a:pt x="0" y="1129424"/>
                    <a:pt x="55880" y="1185304"/>
                    <a:pt x="124460" y="1185304"/>
                  </a:cubicBezTo>
                  <a:lnTo>
                    <a:pt x="30993845" y="1185304"/>
                  </a:lnTo>
                  <a:cubicBezTo>
                    <a:pt x="31062426" y="1185304"/>
                    <a:pt x="31118305" y="1129424"/>
                    <a:pt x="31118305" y="1060844"/>
                  </a:cubicBezTo>
                  <a:lnTo>
                    <a:pt x="31118305" y="124460"/>
                  </a:lnTo>
                  <a:cubicBezTo>
                    <a:pt x="31118305" y="55880"/>
                    <a:pt x="31062426" y="0"/>
                    <a:pt x="3099384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728172" y="2405002"/>
            <a:ext cx="133350" cy="133350"/>
            <a:chOff x="0" y="0"/>
            <a:chExt cx="6350000" cy="6350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01010"/>
            </a:solid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967353" y="2405002"/>
            <a:ext cx="133350" cy="133350"/>
            <a:chOff x="0" y="0"/>
            <a:chExt cx="6350000" cy="63500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01010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195878" y="2405002"/>
            <a:ext cx="133350" cy="133350"/>
            <a:chOff x="0" y="0"/>
            <a:chExt cx="6350000" cy="6350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500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6350000">
                  <a:moveTo>
                    <a:pt x="3175000" y="0"/>
                  </a:moveTo>
                  <a:cubicBezTo>
                    <a:pt x="1421496" y="0"/>
                    <a:pt x="0" y="1421496"/>
                    <a:pt x="0" y="3175000"/>
                  </a:cubicBezTo>
                  <a:cubicBezTo>
                    <a:pt x="0" y="4928504"/>
                    <a:pt x="1421496" y="6350000"/>
                    <a:pt x="3175000" y="6350000"/>
                  </a:cubicBezTo>
                  <a:cubicBezTo>
                    <a:pt x="4928504" y="6350000"/>
                    <a:pt x="6350000" y="4928504"/>
                    <a:pt x="6350000" y="3175000"/>
                  </a:cubicBezTo>
                  <a:cubicBezTo>
                    <a:pt x="6350000" y="1421496"/>
                    <a:pt x="4928504" y="0"/>
                    <a:pt x="3175000" y="0"/>
                  </a:cubicBezTo>
                  <a:close/>
                </a:path>
              </a:pathLst>
            </a:custGeom>
            <a:solidFill>
              <a:srgbClr val="101010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5321909" y="2272833"/>
            <a:ext cx="3097703" cy="3564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520"/>
              </a:lnSpc>
              <a:spcBef>
                <a:spcPct val="0"/>
              </a:spcBef>
            </a:pPr>
            <a:r>
              <a:rPr lang="en-US" b="true" sz="1800">
                <a:solidFill>
                  <a:srgbClr val="101010"/>
                </a:solidFill>
                <a:latin typeface="Agrandir Bold"/>
                <a:ea typeface="Agrandir Bold"/>
                <a:cs typeface="Agrandir Bold"/>
                <a:sym typeface="Agrandir Bold"/>
              </a:rPr>
              <a:t>Brainstorm area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3424325" y="2231227"/>
            <a:ext cx="4350566" cy="487401"/>
            <a:chOff x="0" y="0"/>
            <a:chExt cx="5800755" cy="649868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5800755" cy="649868"/>
              <a:chOff x="0" y="0"/>
              <a:chExt cx="10723099" cy="1201327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31750" y="31750"/>
                <a:ext cx="10658357" cy="1137827"/>
              </a:xfrm>
              <a:custGeom>
                <a:avLst/>
                <a:gdLst/>
                <a:ahLst/>
                <a:cxnLst/>
                <a:rect r="r" b="b" t="t" l="l"/>
                <a:pathLst>
                  <a:path h="1137827" w="10658357">
                    <a:moveTo>
                      <a:pt x="10566888" y="1137827"/>
                    </a:moveTo>
                    <a:lnTo>
                      <a:pt x="92710" y="1137827"/>
                    </a:lnTo>
                    <a:cubicBezTo>
                      <a:pt x="41910" y="1137827"/>
                      <a:pt x="0" y="1095917"/>
                      <a:pt x="0" y="1045117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0565619" y="0"/>
                    </a:lnTo>
                    <a:cubicBezTo>
                      <a:pt x="10616419" y="0"/>
                      <a:pt x="10658328" y="41910"/>
                      <a:pt x="10658328" y="92710"/>
                    </a:cubicBezTo>
                    <a:lnTo>
                      <a:pt x="10658328" y="1043847"/>
                    </a:lnTo>
                    <a:cubicBezTo>
                      <a:pt x="10659599" y="1095917"/>
                      <a:pt x="10617688" y="1137827"/>
                      <a:pt x="10566888" y="1137827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10723099" cy="1201327"/>
              </a:xfrm>
              <a:custGeom>
                <a:avLst/>
                <a:gdLst/>
                <a:ahLst/>
                <a:cxnLst/>
                <a:rect r="r" b="b" t="t" l="l"/>
                <a:pathLst>
                  <a:path h="1201327" w="10723099">
                    <a:moveTo>
                      <a:pt x="10598638" y="59690"/>
                    </a:moveTo>
                    <a:cubicBezTo>
                      <a:pt x="10634199" y="59690"/>
                      <a:pt x="10663409" y="88900"/>
                      <a:pt x="10663409" y="124460"/>
                    </a:cubicBezTo>
                    <a:lnTo>
                      <a:pt x="10663409" y="1076867"/>
                    </a:lnTo>
                    <a:cubicBezTo>
                      <a:pt x="10663409" y="1112427"/>
                      <a:pt x="10634199" y="1141637"/>
                      <a:pt x="10598638" y="1141637"/>
                    </a:cubicBezTo>
                    <a:lnTo>
                      <a:pt x="124460" y="1141637"/>
                    </a:lnTo>
                    <a:cubicBezTo>
                      <a:pt x="88900" y="1141637"/>
                      <a:pt x="59690" y="1112427"/>
                      <a:pt x="59690" y="1076867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0598639" y="59690"/>
                    </a:lnTo>
                    <a:moveTo>
                      <a:pt x="10598639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1076867"/>
                    </a:lnTo>
                    <a:cubicBezTo>
                      <a:pt x="0" y="1145447"/>
                      <a:pt x="55880" y="1201327"/>
                      <a:pt x="124460" y="1201327"/>
                    </a:cubicBezTo>
                    <a:lnTo>
                      <a:pt x="10598639" y="1201327"/>
                    </a:lnTo>
                    <a:cubicBezTo>
                      <a:pt x="10667219" y="1201327"/>
                      <a:pt x="10723099" y="1145447"/>
                      <a:pt x="10723099" y="1076867"/>
                    </a:cubicBezTo>
                    <a:lnTo>
                      <a:pt x="10723099" y="124460"/>
                    </a:lnTo>
                    <a:cubicBezTo>
                      <a:pt x="10723099" y="55880"/>
                      <a:pt x="10667219" y="0"/>
                      <a:pt x="10598639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TextBox 29" id="29"/>
            <p:cNvSpPr txBox="true"/>
            <p:nvPr/>
          </p:nvSpPr>
          <p:spPr>
            <a:xfrm rot="0">
              <a:off x="827622" y="84049"/>
              <a:ext cx="4130270" cy="4466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 u="none">
                  <a:solidFill>
                    <a:srgbClr val="10101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Our favorite ideas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490694">
            <a:off x="16823770" y="1186177"/>
            <a:ext cx="905750" cy="531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9"/>
              </a:lnSpc>
            </a:pPr>
            <a:r>
              <a:rPr lang="en-US" sz="2436">
                <a:solidFill>
                  <a:srgbClr val="FF19CF"/>
                </a:solidFill>
                <a:latin typeface="Nickainley"/>
                <a:ea typeface="Nickainley"/>
                <a:cs typeface="Nickainley"/>
                <a:sym typeface="Nickainley"/>
              </a:rPr>
              <a:t>This is</a:t>
            </a:r>
          </a:p>
          <a:p>
            <a:pPr algn="ctr">
              <a:lnSpc>
                <a:spcPts val="1949"/>
              </a:lnSpc>
              <a:spcBef>
                <a:spcPct val="0"/>
              </a:spcBef>
            </a:pPr>
            <a:r>
              <a:rPr lang="en-US" sz="2436">
                <a:solidFill>
                  <a:srgbClr val="FF19CF"/>
                </a:solidFill>
                <a:latin typeface="Nickainley"/>
                <a:ea typeface="Nickainley"/>
                <a:cs typeface="Nickainley"/>
                <a:sym typeface="Nickainley"/>
              </a:rPr>
              <a:t>great!</a:t>
            </a:r>
          </a:p>
        </p:txBody>
      </p:sp>
      <p:sp>
        <p:nvSpPr>
          <p:cNvPr name="TextBox 31" id="31"/>
          <p:cNvSpPr txBox="true"/>
          <p:nvPr/>
        </p:nvSpPr>
        <p:spPr>
          <a:xfrm rot="490694">
            <a:off x="16823770" y="1186177"/>
            <a:ext cx="905750" cy="5312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49"/>
              </a:lnSpc>
            </a:pPr>
            <a:r>
              <a:rPr lang="en-US" sz="2436">
                <a:solidFill>
                  <a:srgbClr val="FF19CF"/>
                </a:solidFill>
                <a:latin typeface="Nickainley"/>
                <a:ea typeface="Nickainley"/>
                <a:cs typeface="Nickainley"/>
                <a:sym typeface="Nickainley"/>
              </a:rPr>
              <a:t>This is</a:t>
            </a:r>
          </a:p>
          <a:p>
            <a:pPr algn="ctr">
              <a:lnSpc>
                <a:spcPts val="1949"/>
              </a:lnSpc>
              <a:spcBef>
                <a:spcPct val="0"/>
              </a:spcBef>
            </a:pPr>
            <a:r>
              <a:rPr lang="en-US" sz="2436">
                <a:solidFill>
                  <a:srgbClr val="FF19CF"/>
                </a:solidFill>
                <a:latin typeface="Nickainley"/>
                <a:ea typeface="Nickainley"/>
                <a:cs typeface="Nickainley"/>
                <a:sym typeface="Nickainley"/>
              </a:rPr>
              <a:t>great!</a:t>
            </a:r>
          </a:p>
        </p:txBody>
      </p:sp>
      <p:sp>
        <p:nvSpPr>
          <p:cNvPr name="TextBox 32" id="32"/>
          <p:cNvSpPr txBox="true"/>
          <p:nvPr/>
        </p:nvSpPr>
        <p:spPr>
          <a:xfrm rot="-405768">
            <a:off x="16444310" y="572682"/>
            <a:ext cx="1036351" cy="328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30"/>
              </a:lnSpc>
              <a:spcBef>
                <a:spcPct val="0"/>
              </a:spcBef>
            </a:pPr>
            <a:r>
              <a:rPr lang="en-US" sz="2787">
                <a:solidFill>
                  <a:srgbClr val="57FFFF"/>
                </a:solidFill>
                <a:latin typeface="Nickainley"/>
                <a:ea typeface="Nickainley"/>
                <a:cs typeface="Nickainley"/>
                <a:sym typeface="Nickainley"/>
              </a:rPr>
              <a:t>Yes!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262153" y="507345"/>
            <a:ext cx="1481297" cy="1154148"/>
            <a:chOff x="0" y="0"/>
            <a:chExt cx="1975063" cy="1538863"/>
          </a:xfrm>
        </p:grpSpPr>
        <p:grpSp>
          <p:nvGrpSpPr>
            <p:cNvPr name="Group 34" id="34"/>
            <p:cNvGrpSpPr>
              <a:grpSpLocks noChangeAspect="true"/>
            </p:cNvGrpSpPr>
            <p:nvPr/>
          </p:nvGrpSpPr>
          <p:grpSpPr>
            <a:xfrm rot="0">
              <a:off x="698852" y="0"/>
              <a:ext cx="577359" cy="577359"/>
              <a:chOff x="-2540" y="-2540"/>
              <a:chExt cx="6355080" cy="635508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r="r" b="b" t="t" l="l"/>
                <a:pathLst>
                  <a:path h="6355080" w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name="TextBox 36" id="36"/>
            <p:cNvSpPr txBox="true"/>
            <p:nvPr/>
          </p:nvSpPr>
          <p:spPr>
            <a:xfrm rot="0">
              <a:off x="868878" y="89943"/>
              <a:ext cx="161106" cy="4639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290"/>
                </a:lnSpc>
                <a:spcBef>
                  <a:spcPct val="0"/>
                </a:spcBef>
              </a:pPr>
              <a:r>
                <a:rPr lang="en-US" b="true" sz="2386" u="none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1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0" y="731978"/>
              <a:ext cx="1975063" cy="8068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500"/>
                </a:lnSpc>
              </a:pPr>
              <a:r>
                <a:rPr lang="en-US" sz="1000" spc="5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Copy a sticky note, then write your thoughts.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211852" y="538054"/>
            <a:ext cx="1633697" cy="1154148"/>
            <a:chOff x="0" y="0"/>
            <a:chExt cx="2178263" cy="1538863"/>
          </a:xfrm>
        </p:grpSpPr>
        <p:grpSp>
          <p:nvGrpSpPr>
            <p:cNvPr name="Group 39" id="39"/>
            <p:cNvGrpSpPr>
              <a:grpSpLocks noChangeAspect="true"/>
            </p:cNvGrpSpPr>
            <p:nvPr/>
          </p:nvGrpSpPr>
          <p:grpSpPr>
            <a:xfrm rot="0">
              <a:off x="800452" y="0"/>
              <a:ext cx="577359" cy="577359"/>
              <a:chOff x="-2540" y="-2540"/>
              <a:chExt cx="6355080" cy="6355080"/>
            </a:xfrm>
          </p:grpSpPr>
          <p:sp>
            <p:nvSpPr>
              <p:cNvPr name="Freeform 40" id="40"/>
              <p:cNvSpPr/>
              <p:nvPr/>
            </p:nvSpPr>
            <p:spPr>
              <a:xfrm flipH="false" flipV="false" rot="0"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r="r" b="b" t="t" l="l"/>
                <a:pathLst>
                  <a:path h="6355080" w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name="TextBox 41" id="41"/>
            <p:cNvSpPr txBox="true"/>
            <p:nvPr/>
          </p:nvSpPr>
          <p:spPr>
            <a:xfrm rot="0">
              <a:off x="928025" y="95472"/>
              <a:ext cx="161106" cy="405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016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2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0" y="741503"/>
              <a:ext cx="2178263" cy="7973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499"/>
                </a:lnSpc>
                <a:spcBef>
                  <a:spcPct val="0"/>
                </a:spcBef>
              </a:pPr>
              <a:r>
                <a:rPr lang="en-US" sz="999" spc="49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Vote for your favorite</a:t>
              </a:r>
            </a:p>
            <a:p>
              <a:pPr algn="ctr" marL="0" indent="0" lvl="0">
                <a:lnSpc>
                  <a:spcPts val="1499"/>
                </a:lnSpc>
                <a:spcBef>
                  <a:spcPct val="0"/>
                </a:spcBef>
              </a:pPr>
              <a:r>
                <a:rPr lang="en-US" sz="999" spc="49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ideas with these stickers.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5047957" y="538579"/>
            <a:ext cx="1481297" cy="1181265"/>
            <a:chOff x="0" y="0"/>
            <a:chExt cx="1975063" cy="1575021"/>
          </a:xfrm>
        </p:grpSpPr>
        <p:grpSp>
          <p:nvGrpSpPr>
            <p:cNvPr name="Group 44" id="44"/>
            <p:cNvGrpSpPr>
              <a:grpSpLocks noChangeAspect="true"/>
            </p:cNvGrpSpPr>
            <p:nvPr/>
          </p:nvGrpSpPr>
          <p:grpSpPr>
            <a:xfrm rot="0">
              <a:off x="698852" y="0"/>
              <a:ext cx="577359" cy="577359"/>
              <a:chOff x="-2540" y="-2540"/>
              <a:chExt cx="6355080" cy="6355080"/>
            </a:xfrm>
          </p:grpSpPr>
          <p:sp>
            <p:nvSpPr>
              <p:cNvPr name="Freeform 45" id="45"/>
              <p:cNvSpPr/>
              <p:nvPr/>
            </p:nvSpPr>
            <p:spPr>
              <a:xfrm flipH="false" flipV="false" rot="0"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r="r" b="b" t="t" l="l"/>
                <a:pathLst>
                  <a:path h="6355080" w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name="TextBox 46" id="46"/>
            <p:cNvSpPr txBox="true"/>
            <p:nvPr/>
          </p:nvSpPr>
          <p:spPr>
            <a:xfrm rot="0">
              <a:off x="826425" y="102912"/>
              <a:ext cx="161106" cy="4054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016"/>
                </a:lnSpc>
                <a:spcBef>
                  <a:spcPct val="0"/>
                </a:spcBef>
              </a:pPr>
              <a:r>
                <a:rPr lang="en-US" b="true" sz="2100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3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0" y="768135"/>
              <a:ext cx="1975063" cy="8068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500"/>
                </a:lnSpc>
                <a:spcBef>
                  <a:spcPct val="0"/>
                </a:spcBef>
              </a:pPr>
              <a:r>
                <a:rPr lang="en-US" sz="1000" spc="50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Put these reaction stickers to any</a:t>
              </a:r>
            </a:p>
            <a:p>
              <a:pPr algn="ctr" marL="0" indent="0" lvl="0">
                <a:lnSpc>
                  <a:spcPts val="1500"/>
                </a:lnSpc>
                <a:spcBef>
                  <a:spcPct val="0"/>
                </a:spcBef>
              </a:pPr>
              <a:r>
                <a:rPr lang="en-US" sz="1000" spc="50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promising ideas.</a:t>
              </a:r>
            </a:p>
          </p:txBody>
        </p:sp>
      </p:grpSp>
      <p:grpSp>
        <p:nvGrpSpPr>
          <p:cNvPr name="Group 48" id="48"/>
          <p:cNvGrpSpPr/>
          <p:nvPr/>
        </p:nvGrpSpPr>
        <p:grpSpPr>
          <a:xfrm rot="-409131">
            <a:off x="13928084" y="505740"/>
            <a:ext cx="592639" cy="592639"/>
            <a:chOff x="0" y="0"/>
            <a:chExt cx="790185" cy="790185"/>
          </a:xfrm>
        </p:grpSpPr>
        <p:grpSp>
          <p:nvGrpSpPr>
            <p:cNvPr name="Group 49" id="49"/>
            <p:cNvGrpSpPr>
              <a:grpSpLocks noChangeAspect="true"/>
            </p:cNvGrpSpPr>
            <p:nvPr/>
          </p:nvGrpSpPr>
          <p:grpSpPr>
            <a:xfrm rot="0">
              <a:off x="0" y="0"/>
              <a:ext cx="790185" cy="790185"/>
              <a:chOff x="-2540" y="-2540"/>
              <a:chExt cx="6355080" cy="6355080"/>
            </a:xfrm>
          </p:grpSpPr>
          <p:sp>
            <p:nvSpPr>
              <p:cNvPr name="Freeform 50" id="50"/>
              <p:cNvSpPr/>
              <p:nvPr/>
            </p:nvSpPr>
            <p:spPr>
              <a:xfrm flipH="false" flipV="false" rot="0"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r="r" b="b" t="t" l="l"/>
                <a:pathLst>
                  <a:path h="6355080" w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57FFFF"/>
              </a:solidFill>
            </p:spPr>
          </p:sp>
        </p:grpSp>
        <p:sp>
          <p:nvSpPr>
            <p:cNvPr name="Freeform 51" id="51"/>
            <p:cNvSpPr/>
            <p:nvPr/>
          </p:nvSpPr>
          <p:spPr>
            <a:xfrm flipH="false" flipV="false" rot="0">
              <a:off x="187328" y="191483"/>
              <a:ext cx="415529" cy="407218"/>
            </a:xfrm>
            <a:custGeom>
              <a:avLst/>
              <a:gdLst/>
              <a:ahLst/>
              <a:cxnLst/>
              <a:rect r="r" b="b" t="t" l="l"/>
              <a:pathLst>
                <a:path h="407218" w="415529">
                  <a:moveTo>
                    <a:pt x="0" y="0"/>
                  </a:moveTo>
                  <a:lnTo>
                    <a:pt x="415529" y="0"/>
                  </a:lnTo>
                  <a:lnTo>
                    <a:pt x="415529" y="407218"/>
                  </a:lnTo>
                  <a:lnTo>
                    <a:pt x="0" y="4072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52" id="52"/>
          <p:cNvGrpSpPr/>
          <p:nvPr/>
        </p:nvGrpSpPr>
        <p:grpSpPr>
          <a:xfrm rot="738725">
            <a:off x="14257489" y="1130106"/>
            <a:ext cx="592639" cy="592639"/>
            <a:chOff x="0" y="0"/>
            <a:chExt cx="790185" cy="790185"/>
          </a:xfrm>
        </p:grpSpPr>
        <p:grpSp>
          <p:nvGrpSpPr>
            <p:cNvPr name="Group 53" id="53"/>
            <p:cNvGrpSpPr>
              <a:grpSpLocks noChangeAspect="true"/>
            </p:cNvGrpSpPr>
            <p:nvPr/>
          </p:nvGrpSpPr>
          <p:grpSpPr>
            <a:xfrm rot="0">
              <a:off x="0" y="0"/>
              <a:ext cx="790185" cy="790185"/>
              <a:chOff x="-2540" y="-2540"/>
              <a:chExt cx="6355080" cy="6355080"/>
            </a:xfrm>
          </p:grpSpPr>
          <p:sp>
            <p:nvSpPr>
              <p:cNvPr name="Freeform 54" id="54"/>
              <p:cNvSpPr/>
              <p:nvPr/>
            </p:nvSpPr>
            <p:spPr>
              <a:xfrm flipH="false" flipV="false" rot="0"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r="r" b="b" t="t" l="l"/>
                <a:pathLst>
                  <a:path h="6355080" w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name="Freeform 55" id="55"/>
            <p:cNvSpPr/>
            <p:nvPr/>
          </p:nvSpPr>
          <p:spPr>
            <a:xfrm flipH="false" flipV="false" rot="0">
              <a:off x="187328" y="191483"/>
              <a:ext cx="415529" cy="407218"/>
            </a:xfrm>
            <a:custGeom>
              <a:avLst/>
              <a:gdLst/>
              <a:ahLst/>
              <a:cxnLst/>
              <a:rect r="r" b="b" t="t" l="l"/>
              <a:pathLst>
                <a:path h="407218" w="415529">
                  <a:moveTo>
                    <a:pt x="0" y="0"/>
                  </a:moveTo>
                  <a:lnTo>
                    <a:pt x="415529" y="0"/>
                  </a:lnTo>
                  <a:lnTo>
                    <a:pt x="415529" y="407218"/>
                  </a:lnTo>
                  <a:lnTo>
                    <a:pt x="0" y="4072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326257" y="952500"/>
            <a:ext cx="393304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June 1,</a:t>
            </a:r>
            <a:r>
              <a:rPr lang="en-US" sz="2400" u="non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2021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52500"/>
            <a:ext cx="393304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MDM Compa</a:t>
            </a:r>
            <a:r>
              <a:rPr lang="en-US" sz="2400" u="non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ny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0093238" y="3088351"/>
            <a:ext cx="881343" cy="881343"/>
            <a:chOff x="0" y="0"/>
            <a:chExt cx="1175123" cy="1175123"/>
          </a:xfrm>
        </p:grpSpPr>
        <p:grpSp>
          <p:nvGrpSpPr>
            <p:cNvPr name="Group 5" id="5"/>
            <p:cNvGrpSpPr>
              <a:grpSpLocks noChangeAspect="true"/>
            </p:cNvGrpSpPr>
            <p:nvPr/>
          </p:nvGrpSpPr>
          <p:grpSpPr>
            <a:xfrm rot="0"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r="r" b="b" t="t" l="l"/>
                <a:pathLst>
                  <a:path h="6355080" w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name="TextBox 7" id="7"/>
            <p:cNvSpPr txBox="true"/>
            <p:nvPr/>
          </p:nvSpPr>
          <p:spPr>
            <a:xfrm rot="0">
              <a:off x="366298" y="330796"/>
              <a:ext cx="442528" cy="5325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612"/>
                </a:lnSpc>
                <a:spcBef>
                  <a:spcPct val="0"/>
                </a:spcBef>
              </a:pPr>
              <a:r>
                <a:rPr lang="en-US" b="true" sz="2721" u="none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1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093238" y="6686617"/>
            <a:ext cx="881343" cy="881343"/>
            <a:chOff x="0" y="0"/>
            <a:chExt cx="1175123" cy="1175123"/>
          </a:xfrm>
        </p:grpSpPr>
        <p:grpSp>
          <p:nvGrpSpPr>
            <p:cNvPr name="Group 9" id="9"/>
            <p:cNvGrpSpPr>
              <a:grpSpLocks noChangeAspect="true"/>
            </p:cNvGrpSpPr>
            <p:nvPr/>
          </p:nvGrpSpPr>
          <p:grpSpPr>
            <a:xfrm rot="0"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r="r" b="b" t="t" l="l"/>
                <a:pathLst>
                  <a:path h="6355080" w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name="TextBox 11" id="11"/>
            <p:cNvSpPr txBox="true"/>
            <p:nvPr/>
          </p:nvSpPr>
          <p:spPr>
            <a:xfrm rot="0">
              <a:off x="366298" y="330796"/>
              <a:ext cx="442528" cy="5325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612"/>
                </a:lnSpc>
                <a:spcBef>
                  <a:spcPct val="0"/>
                </a:spcBef>
              </a:pPr>
              <a:r>
                <a:rPr lang="en-US" b="true" sz="2721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2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415795" y="4316926"/>
            <a:ext cx="1613879" cy="1531920"/>
            <a:chOff x="0" y="0"/>
            <a:chExt cx="2151838" cy="204256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2151838" cy="2042560"/>
              <a:chOff x="0" y="0"/>
              <a:chExt cx="2275056" cy="2159521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57150" y="58420"/>
                <a:ext cx="2205206" cy="2088401"/>
              </a:xfrm>
              <a:custGeom>
                <a:avLst/>
                <a:gdLst/>
                <a:ahLst/>
                <a:cxnLst/>
                <a:rect r="r" b="b" t="t" l="l"/>
                <a:pathLst>
                  <a:path h="2088401" w="2205206">
                    <a:moveTo>
                      <a:pt x="2120117" y="2057921"/>
                    </a:moveTo>
                    <a:lnTo>
                      <a:pt x="0" y="2057921"/>
                    </a:lnTo>
                    <a:cubicBezTo>
                      <a:pt x="5080" y="2075701"/>
                      <a:pt x="21590" y="2088401"/>
                      <a:pt x="40640" y="2088401"/>
                    </a:cubicBezTo>
                    <a:lnTo>
                      <a:pt x="2162027" y="2088401"/>
                    </a:lnTo>
                    <a:cubicBezTo>
                      <a:pt x="2186156" y="2088401"/>
                      <a:pt x="2205206" y="2069351"/>
                      <a:pt x="2205206" y="2045221"/>
                    </a:cubicBezTo>
                    <a:lnTo>
                      <a:pt x="2205206" y="40640"/>
                    </a:lnTo>
                    <a:cubicBezTo>
                      <a:pt x="2205206" y="21590"/>
                      <a:pt x="2192506" y="6350"/>
                      <a:pt x="2175996" y="0"/>
                    </a:cubicBezTo>
                    <a:lnTo>
                      <a:pt x="2175996" y="2002041"/>
                    </a:lnTo>
                    <a:cubicBezTo>
                      <a:pt x="2175996" y="2032521"/>
                      <a:pt x="2150596" y="2057921"/>
                      <a:pt x="2120117" y="2057921"/>
                    </a:cubicBezTo>
                    <a:close/>
                  </a:path>
                </a:pathLst>
              </a:custGeom>
              <a:solidFill>
                <a:srgbClr val="57FFFF"/>
              </a:solidFill>
            </p:spPr>
          </p:sp>
          <p:sp>
            <p:nvSpPr>
              <p:cNvPr name="Freeform 15" id="15"/>
              <p:cNvSpPr/>
              <p:nvPr/>
            </p:nvSpPr>
            <p:spPr>
              <a:xfrm flipH="false" flipV="false" rot="0">
                <a:off x="12700" y="12700"/>
                <a:ext cx="2207746" cy="2090941"/>
              </a:xfrm>
              <a:custGeom>
                <a:avLst/>
                <a:gdLst/>
                <a:ahLst/>
                <a:cxnLst/>
                <a:rect r="r" b="b" t="t" l="l"/>
                <a:pathLst>
                  <a:path h="2090941" w="2207746">
                    <a:moveTo>
                      <a:pt x="43180" y="2090941"/>
                    </a:moveTo>
                    <a:lnTo>
                      <a:pt x="2164567" y="2090941"/>
                    </a:lnTo>
                    <a:cubicBezTo>
                      <a:pt x="2188696" y="2090941"/>
                      <a:pt x="2207746" y="2071891"/>
                      <a:pt x="2207746" y="2047761"/>
                    </a:cubicBezTo>
                    <a:lnTo>
                      <a:pt x="2207746" y="43180"/>
                    </a:lnTo>
                    <a:cubicBezTo>
                      <a:pt x="2207746" y="19050"/>
                      <a:pt x="2188696" y="0"/>
                      <a:pt x="2164567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2047761"/>
                    </a:lnTo>
                    <a:cubicBezTo>
                      <a:pt x="0" y="2071891"/>
                      <a:pt x="19050" y="2090941"/>
                      <a:pt x="43180" y="2090941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2275056" cy="2159521"/>
              </a:xfrm>
              <a:custGeom>
                <a:avLst/>
                <a:gdLst/>
                <a:ahLst/>
                <a:cxnLst/>
                <a:rect r="r" b="b" t="t" l="l"/>
                <a:pathLst>
                  <a:path h="2159521" w="2275056">
                    <a:moveTo>
                      <a:pt x="2231876" y="44450"/>
                    </a:moveTo>
                    <a:cubicBezTo>
                      <a:pt x="2226796" y="19050"/>
                      <a:pt x="2203936" y="0"/>
                      <a:pt x="2177266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2060461"/>
                    </a:lnTo>
                    <a:cubicBezTo>
                      <a:pt x="0" y="2087131"/>
                      <a:pt x="17780" y="2108721"/>
                      <a:pt x="43180" y="2115071"/>
                    </a:cubicBezTo>
                    <a:cubicBezTo>
                      <a:pt x="48260" y="2140471"/>
                      <a:pt x="71120" y="2159521"/>
                      <a:pt x="97790" y="2159521"/>
                    </a:cubicBezTo>
                    <a:lnTo>
                      <a:pt x="2219177" y="2159521"/>
                    </a:lnTo>
                    <a:cubicBezTo>
                      <a:pt x="2249656" y="2159521"/>
                      <a:pt x="2275056" y="2134121"/>
                      <a:pt x="2275056" y="2103641"/>
                    </a:cubicBezTo>
                    <a:lnTo>
                      <a:pt x="2275056" y="99060"/>
                    </a:lnTo>
                    <a:cubicBezTo>
                      <a:pt x="2275056" y="72390"/>
                      <a:pt x="2257276" y="50800"/>
                      <a:pt x="2231876" y="44450"/>
                    </a:cubicBezTo>
                    <a:close/>
                    <a:moveTo>
                      <a:pt x="12700" y="2060461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2177267" y="12700"/>
                    </a:lnTo>
                    <a:cubicBezTo>
                      <a:pt x="2201396" y="12700"/>
                      <a:pt x="2220446" y="31750"/>
                      <a:pt x="2220446" y="55880"/>
                    </a:cubicBezTo>
                    <a:lnTo>
                      <a:pt x="2220446" y="2060461"/>
                    </a:lnTo>
                    <a:cubicBezTo>
                      <a:pt x="2220446" y="2084591"/>
                      <a:pt x="2201396" y="2103641"/>
                      <a:pt x="2177267" y="2103641"/>
                    </a:cubicBezTo>
                    <a:lnTo>
                      <a:pt x="55880" y="2103641"/>
                    </a:lnTo>
                    <a:cubicBezTo>
                      <a:pt x="31750" y="2103641"/>
                      <a:pt x="12700" y="2084591"/>
                      <a:pt x="12700" y="2060461"/>
                    </a:cubicBezTo>
                    <a:close/>
                    <a:moveTo>
                      <a:pt x="2262356" y="2103641"/>
                    </a:moveTo>
                    <a:cubicBezTo>
                      <a:pt x="2262356" y="2127771"/>
                      <a:pt x="2243306" y="2146821"/>
                      <a:pt x="2219177" y="2146821"/>
                    </a:cubicBezTo>
                    <a:lnTo>
                      <a:pt x="97790" y="2146821"/>
                    </a:lnTo>
                    <a:cubicBezTo>
                      <a:pt x="78740" y="2146821"/>
                      <a:pt x="62230" y="2134121"/>
                      <a:pt x="57150" y="2116341"/>
                    </a:cubicBezTo>
                    <a:lnTo>
                      <a:pt x="2177267" y="2116341"/>
                    </a:lnTo>
                    <a:cubicBezTo>
                      <a:pt x="2207746" y="2116341"/>
                      <a:pt x="2233146" y="2090941"/>
                      <a:pt x="2233146" y="2060461"/>
                    </a:cubicBezTo>
                    <a:lnTo>
                      <a:pt x="2233146" y="58420"/>
                    </a:lnTo>
                    <a:cubicBezTo>
                      <a:pt x="2249656" y="64770"/>
                      <a:pt x="2262356" y="80010"/>
                      <a:pt x="2262356" y="99060"/>
                    </a:cubicBezTo>
                    <a:lnTo>
                      <a:pt x="2262356" y="2103641"/>
                    </a:lnTo>
                    <a:close/>
                  </a:path>
                </a:pathLst>
              </a:custGeom>
              <a:solidFill>
                <a:srgbClr val="57FFFF"/>
              </a:solidFill>
            </p:spPr>
          </p:sp>
        </p:grpSp>
        <p:sp>
          <p:nvSpPr>
            <p:cNvPr name="TextBox 17" id="17"/>
            <p:cNvSpPr txBox="true"/>
            <p:nvPr/>
          </p:nvSpPr>
          <p:spPr>
            <a:xfrm rot="0">
              <a:off x="311297" y="649027"/>
              <a:ext cx="1529243" cy="6873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939"/>
                </a:lnSpc>
              </a:pPr>
              <a:r>
                <a:rPr lang="en-US" sz="1491">
                  <a:solidFill>
                    <a:srgbClr val="101010"/>
                  </a:solidFill>
                  <a:latin typeface="Agrandir"/>
                  <a:ea typeface="Agrandir"/>
                  <a:cs typeface="Agrandir"/>
                  <a:sym typeface="Agrandir"/>
                </a:rPr>
                <a:t>Type your idea here.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3359227" y="4316926"/>
            <a:ext cx="1613879" cy="1531920"/>
            <a:chOff x="0" y="0"/>
            <a:chExt cx="2151838" cy="2042560"/>
          </a:xfrm>
        </p:grpSpPr>
        <p:grpSp>
          <p:nvGrpSpPr>
            <p:cNvPr name="Group 19" id="19"/>
            <p:cNvGrpSpPr/>
            <p:nvPr/>
          </p:nvGrpSpPr>
          <p:grpSpPr>
            <a:xfrm rot="0">
              <a:off x="0" y="0"/>
              <a:ext cx="2151838" cy="2042560"/>
              <a:chOff x="0" y="0"/>
              <a:chExt cx="2275056" cy="2159521"/>
            </a:xfrm>
          </p:grpSpPr>
          <p:sp>
            <p:nvSpPr>
              <p:cNvPr name="Freeform 20" id="20"/>
              <p:cNvSpPr/>
              <p:nvPr/>
            </p:nvSpPr>
            <p:spPr>
              <a:xfrm flipH="false" flipV="false" rot="0">
                <a:off x="57150" y="58420"/>
                <a:ext cx="2205206" cy="2088401"/>
              </a:xfrm>
              <a:custGeom>
                <a:avLst/>
                <a:gdLst/>
                <a:ahLst/>
                <a:cxnLst/>
                <a:rect r="r" b="b" t="t" l="l"/>
                <a:pathLst>
                  <a:path h="2088401" w="2205206">
                    <a:moveTo>
                      <a:pt x="2120117" y="2057921"/>
                    </a:moveTo>
                    <a:lnTo>
                      <a:pt x="0" y="2057921"/>
                    </a:lnTo>
                    <a:cubicBezTo>
                      <a:pt x="5080" y="2075701"/>
                      <a:pt x="21590" y="2088401"/>
                      <a:pt x="40640" y="2088401"/>
                    </a:cubicBezTo>
                    <a:lnTo>
                      <a:pt x="2162027" y="2088401"/>
                    </a:lnTo>
                    <a:cubicBezTo>
                      <a:pt x="2186156" y="2088401"/>
                      <a:pt x="2205206" y="2069351"/>
                      <a:pt x="2205206" y="2045221"/>
                    </a:cubicBezTo>
                    <a:lnTo>
                      <a:pt x="2205206" y="40640"/>
                    </a:lnTo>
                    <a:cubicBezTo>
                      <a:pt x="2205206" y="21590"/>
                      <a:pt x="2192506" y="6350"/>
                      <a:pt x="2175996" y="0"/>
                    </a:cubicBezTo>
                    <a:lnTo>
                      <a:pt x="2175996" y="2002041"/>
                    </a:lnTo>
                    <a:cubicBezTo>
                      <a:pt x="2175996" y="2032521"/>
                      <a:pt x="2150596" y="2057921"/>
                      <a:pt x="2120117" y="2057921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  <p:sp>
            <p:nvSpPr>
              <p:cNvPr name="Freeform 21" id="21"/>
              <p:cNvSpPr/>
              <p:nvPr/>
            </p:nvSpPr>
            <p:spPr>
              <a:xfrm flipH="false" flipV="false" rot="0">
                <a:off x="12700" y="12700"/>
                <a:ext cx="2207746" cy="2090941"/>
              </a:xfrm>
              <a:custGeom>
                <a:avLst/>
                <a:gdLst/>
                <a:ahLst/>
                <a:cxnLst/>
                <a:rect r="r" b="b" t="t" l="l"/>
                <a:pathLst>
                  <a:path h="2090941" w="2207746">
                    <a:moveTo>
                      <a:pt x="43180" y="2090941"/>
                    </a:moveTo>
                    <a:lnTo>
                      <a:pt x="2164567" y="2090941"/>
                    </a:lnTo>
                    <a:cubicBezTo>
                      <a:pt x="2188696" y="2090941"/>
                      <a:pt x="2207746" y="2071891"/>
                      <a:pt x="2207746" y="2047761"/>
                    </a:cubicBezTo>
                    <a:lnTo>
                      <a:pt x="2207746" y="43180"/>
                    </a:lnTo>
                    <a:cubicBezTo>
                      <a:pt x="2207746" y="19050"/>
                      <a:pt x="2188696" y="0"/>
                      <a:pt x="2164567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2047761"/>
                    </a:lnTo>
                    <a:cubicBezTo>
                      <a:pt x="0" y="2071891"/>
                      <a:pt x="19050" y="2090941"/>
                      <a:pt x="43180" y="2090941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275056" cy="2159521"/>
              </a:xfrm>
              <a:custGeom>
                <a:avLst/>
                <a:gdLst/>
                <a:ahLst/>
                <a:cxnLst/>
                <a:rect r="r" b="b" t="t" l="l"/>
                <a:pathLst>
                  <a:path h="2159521" w="2275056">
                    <a:moveTo>
                      <a:pt x="2231876" y="44450"/>
                    </a:moveTo>
                    <a:cubicBezTo>
                      <a:pt x="2226796" y="19050"/>
                      <a:pt x="2203936" y="0"/>
                      <a:pt x="2177266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2060461"/>
                    </a:lnTo>
                    <a:cubicBezTo>
                      <a:pt x="0" y="2087131"/>
                      <a:pt x="17780" y="2108721"/>
                      <a:pt x="43180" y="2115071"/>
                    </a:cubicBezTo>
                    <a:cubicBezTo>
                      <a:pt x="48260" y="2140471"/>
                      <a:pt x="71120" y="2159521"/>
                      <a:pt x="97790" y="2159521"/>
                    </a:cubicBezTo>
                    <a:lnTo>
                      <a:pt x="2219177" y="2159521"/>
                    </a:lnTo>
                    <a:cubicBezTo>
                      <a:pt x="2249656" y="2159521"/>
                      <a:pt x="2275056" y="2134121"/>
                      <a:pt x="2275056" y="2103641"/>
                    </a:cubicBezTo>
                    <a:lnTo>
                      <a:pt x="2275056" y="99060"/>
                    </a:lnTo>
                    <a:cubicBezTo>
                      <a:pt x="2275056" y="72390"/>
                      <a:pt x="2257276" y="50800"/>
                      <a:pt x="2231876" y="44450"/>
                    </a:cubicBezTo>
                    <a:close/>
                    <a:moveTo>
                      <a:pt x="12700" y="2060461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2177267" y="12700"/>
                    </a:lnTo>
                    <a:cubicBezTo>
                      <a:pt x="2201396" y="12700"/>
                      <a:pt x="2220446" y="31750"/>
                      <a:pt x="2220446" y="55880"/>
                    </a:cubicBezTo>
                    <a:lnTo>
                      <a:pt x="2220446" y="2060461"/>
                    </a:lnTo>
                    <a:cubicBezTo>
                      <a:pt x="2220446" y="2084591"/>
                      <a:pt x="2201396" y="2103641"/>
                      <a:pt x="2177267" y="2103641"/>
                    </a:cubicBezTo>
                    <a:lnTo>
                      <a:pt x="55880" y="2103641"/>
                    </a:lnTo>
                    <a:cubicBezTo>
                      <a:pt x="31750" y="2103641"/>
                      <a:pt x="12700" y="2084591"/>
                      <a:pt x="12700" y="2060461"/>
                    </a:cubicBezTo>
                    <a:close/>
                    <a:moveTo>
                      <a:pt x="2262356" y="2103641"/>
                    </a:moveTo>
                    <a:cubicBezTo>
                      <a:pt x="2262356" y="2127771"/>
                      <a:pt x="2243306" y="2146821"/>
                      <a:pt x="2219177" y="2146821"/>
                    </a:cubicBezTo>
                    <a:lnTo>
                      <a:pt x="97790" y="2146821"/>
                    </a:lnTo>
                    <a:cubicBezTo>
                      <a:pt x="78740" y="2146821"/>
                      <a:pt x="62230" y="2134121"/>
                      <a:pt x="57150" y="2116341"/>
                    </a:cubicBezTo>
                    <a:lnTo>
                      <a:pt x="2177267" y="2116341"/>
                    </a:lnTo>
                    <a:cubicBezTo>
                      <a:pt x="2207746" y="2116341"/>
                      <a:pt x="2233146" y="2090941"/>
                      <a:pt x="2233146" y="2060461"/>
                    </a:cubicBezTo>
                    <a:lnTo>
                      <a:pt x="2233146" y="58420"/>
                    </a:lnTo>
                    <a:cubicBezTo>
                      <a:pt x="2249656" y="64770"/>
                      <a:pt x="2262356" y="80010"/>
                      <a:pt x="2262356" y="99060"/>
                    </a:cubicBezTo>
                    <a:lnTo>
                      <a:pt x="2262356" y="2103641"/>
                    </a:ln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name="TextBox 23" id="23"/>
            <p:cNvSpPr txBox="true"/>
            <p:nvPr/>
          </p:nvSpPr>
          <p:spPr>
            <a:xfrm rot="0">
              <a:off x="311297" y="649027"/>
              <a:ext cx="1529243" cy="6873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939"/>
                </a:lnSpc>
              </a:pPr>
              <a:r>
                <a:rPr lang="en-US" sz="1491">
                  <a:solidFill>
                    <a:srgbClr val="101010"/>
                  </a:solidFill>
                  <a:latin typeface="Agrandir"/>
                  <a:ea typeface="Agrandir"/>
                  <a:cs typeface="Agrandir"/>
                  <a:sym typeface="Agrandir"/>
                </a:rPr>
                <a:t>Type your idea here.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5302658" y="4316926"/>
            <a:ext cx="1613879" cy="1531920"/>
            <a:chOff x="0" y="0"/>
            <a:chExt cx="2151838" cy="204256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2151838" cy="2042560"/>
              <a:chOff x="0" y="0"/>
              <a:chExt cx="2275056" cy="2159521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57150" y="58420"/>
                <a:ext cx="2205206" cy="2088401"/>
              </a:xfrm>
              <a:custGeom>
                <a:avLst/>
                <a:gdLst/>
                <a:ahLst/>
                <a:cxnLst/>
                <a:rect r="r" b="b" t="t" l="l"/>
                <a:pathLst>
                  <a:path h="2088401" w="2205206">
                    <a:moveTo>
                      <a:pt x="2120117" y="2057921"/>
                    </a:moveTo>
                    <a:lnTo>
                      <a:pt x="0" y="2057921"/>
                    </a:lnTo>
                    <a:cubicBezTo>
                      <a:pt x="5080" y="2075701"/>
                      <a:pt x="21590" y="2088401"/>
                      <a:pt x="40640" y="2088401"/>
                    </a:cubicBezTo>
                    <a:lnTo>
                      <a:pt x="2162027" y="2088401"/>
                    </a:lnTo>
                    <a:cubicBezTo>
                      <a:pt x="2186156" y="2088401"/>
                      <a:pt x="2205206" y="2069351"/>
                      <a:pt x="2205206" y="2045221"/>
                    </a:cubicBezTo>
                    <a:lnTo>
                      <a:pt x="2205206" y="40640"/>
                    </a:lnTo>
                    <a:cubicBezTo>
                      <a:pt x="2205206" y="21590"/>
                      <a:pt x="2192506" y="6350"/>
                      <a:pt x="2175996" y="0"/>
                    </a:cubicBezTo>
                    <a:lnTo>
                      <a:pt x="2175996" y="2002041"/>
                    </a:lnTo>
                    <a:cubicBezTo>
                      <a:pt x="2175996" y="2032521"/>
                      <a:pt x="2150596" y="2057921"/>
                      <a:pt x="2120117" y="2057921"/>
                    </a:cubicBezTo>
                    <a:close/>
                  </a:path>
                </a:pathLst>
              </a:custGeom>
              <a:solidFill>
                <a:srgbClr val="57FFFF"/>
              </a:solidFill>
            </p:spPr>
          </p:sp>
          <p:sp>
            <p:nvSpPr>
              <p:cNvPr name="Freeform 27" id="27"/>
              <p:cNvSpPr/>
              <p:nvPr/>
            </p:nvSpPr>
            <p:spPr>
              <a:xfrm flipH="false" flipV="false" rot="0">
                <a:off x="12700" y="12700"/>
                <a:ext cx="2207746" cy="2090941"/>
              </a:xfrm>
              <a:custGeom>
                <a:avLst/>
                <a:gdLst/>
                <a:ahLst/>
                <a:cxnLst/>
                <a:rect r="r" b="b" t="t" l="l"/>
                <a:pathLst>
                  <a:path h="2090941" w="2207746">
                    <a:moveTo>
                      <a:pt x="43180" y="2090941"/>
                    </a:moveTo>
                    <a:lnTo>
                      <a:pt x="2164567" y="2090941"/>
                    </a:lnTo>
                    <a:cubicBezTo>
                      <a:pt x="2188696" y="2090941"/>
                      <a:pt x="2207746" y="2071891"/>
                      <a:pt x="2207746" y="2047761"/>
                    </a:cubicBezTo>
                    <a:lnTo>
                      <a:pt x="2207746" y="43180"/>
                    </a:lnTo>
                    <a:cubicBezTo>
                      <a:pt x="2207746" y="19050"/>
                      <a:pt x="2188696" y="0"/>
                      <a:pt x="2164567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2047761"/>
                    </a:lnTo>
                    <a:cubicBezTo>
                      <a:pt x="0" y="2071891"/>
                      <a:pt x="19050" y="2090941"/>
                      <a:pt x="43180" y="2090941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2275056" cy="2159521"/>
              </a:xfrm>
              <a:custGeom>
                <a:avLst/>
                <a:gdLst/>
                <a:ahLst/>
                <a:cxnLst/>
                <a:rect r="r" b="b" t="t" l="l"/>
                <a:pathLst>
                  <a:path h="2159521" w="2275056">
                    <a:moveTo>
                      <a:pt x="2231876" y="44450"/>
                    </a:moveTo>
                    <a:cubicBezTo>
                      <a:pt x="2226796" y="19050"/>
                      <a:pt x="2203936" y="0"/>
                      <a:pt x="2177266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2060461"/>
                    </a:lnTo>
                    <a:cubicBezTo>
                      <a:pt x="0" y="2087131"/>
                      <a:pt x="17780" y="2108721"/>
                      <a:pt x="43180" y="2115071"/>
                    </a:cubicBezTo>
                    <a:cubicBezTo>
                      <a:pt x="48260" y="2140471"/>
                      <a:pt x="71120" y="2159521"/>
                      <a:pt x="97790" y="2159521"/>
                    </a:cubicBezTo>
                    <a:lnTo>
                      <a:pt x="2219177" y="2159521"/>
                    </a:lnTo>
                    <a:cubicBezTo>
                      <a:pt x="2249656" y="2159521"/>
                      <a:pt x="2275056" y="2134121"/>
                      <a:pt x="2275056" y="2103641"/>
                    </a:cubicBezTo>
                    <a:lnTo>
                      <a:pt x="2275056" y="99060"/>
                    </a:lnTo>
                    <a:cubicBezTo>
                      <a:pt x="2275056" y="72390"/>
                      <a:pt x="2257276" y="50800"/>
                      <a:pt x="2231876" y="44450"/>
                    </a:cubicBezTo>
                    <a:close/>
                    <a:moveTo>
                      <a:pt x="12700" y="2060461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2177267" y="12700"/>
                    </a:lnTo>
                    <a:cubicBezTo>
                      <a:pt x="2201396" y="12700"/>
                      <a:pt x="2220446" y="31750"/>
                      <a:pt x="2220446" y="55880"/>
                    </a:cubicBezTo>
                    <a:lnTo>
                      <a:pt x="2220446" y="2060461"/>
                    </a:lnTo>
                    <a:cubicBezTo>
                      <a:pt x="2220446" y="2084591"/>
                      <a:pt x="2201396" y="2103641"/>
                      <a:pt x="2177267" y="2103641"/>
                    </a:cubicBezTo>
                    <a:lnTo>
                      <a:pt x="55880" y="2103641"/>
                    </a:lnTo>
                    <a:cubicBezTo>
                      <a:pt x="31750" y="2103641"/>
                      <a:pt x="12700" y="2084591"/>
                      <a:pt x="12700" y="2060461"/>
                    </a:cubicBezTo>
                    <a:close/>
                    <a:moveTo>
                      <a:pt x="2262356" y="2103641"/>
                    </a:moveTo>
                    <a:cubicBezTo>
                      <a:pt x="2262356" y="2127771"/>
                      <a:pt x="2243306" y="2146821"/>
                      <a:pt x="2219177" y="2146821"/>
                    </a:cubicBezTo>
                    <a:lnTo>
                      <a:pt x="97790" y="2146821"/>
                    </a:lnTo>
                    <a:cubicBezTo>
                      <a:pt x="78740" y="2146821"/>
                      <a:pt x="62230" y="2134121"/>
                      <a:pt x="57150" y="2116341"/>
                    </a:cubicBezTo>
                    <a:lnTo>
                      <a:pt x="2177267" y="2116341"/>
                    </a:lnTo>
                    <a:cubicBezTo>
                      <a:pt x="2207746" y="2116341"/>
                      <a:pt x="2233146" y="2090941"/>
                      <a:pt x="2233146" y="2060461"/>
                    </a:cubicBezTo>
                    <a:lnTo>
                      <a:pt x="2233146" y="58420"/>
                    </a:lnTo>
                    <a:cubicBezTo>
                      <a:pt x="2249656" y="64770"/>
                      <a:pt x="2262356" y="80010"/>
                      <a:pt x="2262356" y="99060"/>
                    </a:cubicBezTo>
                    <a:lnTo>
                      <a:pt x="2262356" y="2103641"/>
                    </a:lnTo>
                    <a:close/>
                  </a:path>
                </a:pathLst>
              </a:custGeom>
              <a:solidFill>
                <a:srgbClr val="57FFFF"/>
              </a:solidFill>
            </p:spPr>
          </p:sp>
        </p:grpSp>
        <p:sp>
          <p:nvSpPr>
            <p:cNvPr name="TextBox 29" id="29"/>
            <p:cNvSpPr txBox="true"/>
            <p:nvPr/>
          </p:nvSpPr>
          <p:spPr>
            <a:xfrm rot="0">
              <a:off x="311297" y="649027"/>
              <a:ext cx="1529243" cy="6873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939"/>
                </a:lnSpc>
              </a:pPr>
              <a:r>
                <a:rPr lang="en-US" sz="1491">
                  <a:solidFill>
                    <a:srgbClr val="101010"/>
                  </a:solidFill>
                  <a:latin typeface="Agrandir"/>
                  <a:ea typeface="Agrandir"/>
                  <a:cs typeface="Agrandir"/>
                  <a:sym typeface="Agrandir"/>
                </a:rPr>
                <a:t>Type your idea here.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652758" y="3433772"/>
            <a:ext cx="6617970" cy="3693516"/>
            <a:chOff x="0" y="0"/>
            <a:chExt cx="8823961" cy="4924688"/>
          </a:xfrm>
        </p:grpSpPr>
        <p:sp>
          <p:nvSpPr>
            <p:cNvPr name="TextBox 31" id="31"/>
            <p:cNvSpPr txBox="true"/>
            <p:nvPr/>
          </p:nvSpPr>
          <p:spPr>
            <a:xfrm rot="0">
              <a:off x="0" y="-19050"/>
              <a:ext cx="8823961" cy="29361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8250"/>
                </a:lnSpc>
              </a:pPr>
              <a:r>
                <a:rPr lang="en-US" b="true" sz="7500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ACTION ITEMS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0" y="3405133"/>
              <a:ext cx="8823961" cy="15195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L</a:t>
              </a:r>
              <a:r>
                <a:rPr lang="en-US" sz="2100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et's go back to the previous pages and </a:t>
              </a:r>
            </a:p>
            <a:p>
              <a:pPr algn="l" marL="0" indent="0" lvl="0">
                <a:lnSpc>
                  <a:spcPts val="2940"/>
                </a:lnSpc>
              </a:pPr>
              <a:r>
                <a:rPr lang="en-US" sz="2100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synthesize what next actions are appropriate </a:t>
              </a:r>
            </a:p>
            <a:p>
              <a:pPr algn="l" marL="0" indent="0" lvl="0">
                <a:lnSpc>
                  <a:spcPts val="2940"/>
                </a:lnSpc>
              </a:pPr>
              <a:r>
                <a:rPr lang="en-US" sz="2100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for us to move forward as a group.</a:t>
              </a: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1519392" y="3264904"/>
            <a:ext cx="4672836" cy="423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Writ</a:t>
            </a:r>
            <a:r>
              <a:rPr lang="en-US" sz="21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e action it</a:t>
            </a:r>
            <a:r>
              <a:rPr lang="en-US" sz="2100" u="non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ems in the boxes.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1519392" y="6677157"/>
            <a:ext cx="4672836" cy="795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Drag y</a:t>
            </a:r>
            <a:r>
              <a:rPr lang="en-US" sz="21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our photo under</a:t>
            </a:r>
            <a:r>
              <a:rPr lang="en-US" sz="2100" u="non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the</a:t>
            </a:r>
          </a:p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u="non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action item you want to own.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232763" y="3235460"/>
            <a:ext cx="881343" cy="881343"/>
            <a:chOff x="0" y="0"/>
            <a:chExt cx="1175123" cy="1175123"/>
          </a:xfrm>
        </p:grpSpPr>
        <p:grpSp>
          <p:nvGrpSpPr>
            <p:cNvPr name="Group 3" id="3"/>
            <p:cNvGrpSpPr>
              <a:grpSpLocks noChangeAspect="true"/>
            </p:cNvGrpSpPr>
            <p:nvPr/>
          </p:nvGrpSpPr>
          <p:grpSpPr>
            <a:xfrm rot="0"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r="r" b="b" t="t" l="l"/>
                <a:pathLst>
                  <a:path h="6355080" w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name="TextBox 5" id="5"/>
            <p:cNvSpPr txBox="true"/>
            <p:nvPr/>
          </p:nvSpPr>
          <p:spPr>
            <a:xfrm rot="0">
              <a:off x="366298" y="330796"/>
              <a:ext cx="442528" cy="5325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612"/>
                </a:lnSpc>
                <a:spcBef>
                  <a:spcPct val="0"/>
                </a:spcBef>
              </a:pPr>
              <a:r>
                <a:rPr lang="en-US" b="true" sz="2721" u="none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1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232763" y="4483092"/>
            <a:ext cx="881343" cy="881343"/>
            <a:chOff x="0" y="0"/>
            <a:chExt cx="1175123" cy="1175123"/>
          </a:xfrm>
        </p:grpSpPr>
        <p:grpSp>
          <p:nvGrpSpPr>
            <p:cNvPr name="Group 7" id="7"/>
            <p:cNvGrpSpPr>
              <a:grpSpLocks noChangeAspect="true"/>
            </p:cNvGrpSpPr>
            <p:nvPr/>
          </p:nvGrpSpPr>
          <p:grpSpPr>
            <a:xfrm rot="0">
              <a:off x="0" y="0"/>
              <a:ext cx="1175123" cy="1175123"/>
              <a:chOff x="-2540" y="-2540"/>
              <a:chExt cx="6355080" cy="635508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r="r" b="b" t="t" l="l"/>
                <a:pathLst>
                  <a:path h="6355080" w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name="TextBox 9" id="9"/>
            <p:cNvSpPr txBox="true"/>
            <p:nvPr/>
          </p:nvSpPr>
          <p:spPr>
            <a:xfrm rot="0">
              <a:off x="366298" y="330796"/>
              <a:ext cx="442528" cy="5325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612"/>
                </a:lnSpc>
                <a:spcBef>
                  <a:spcPct val="0"/>
                </a:spcBef>
              </a:pPr>
              <a:r>
                <a:rPr lang="en-US" b="true" sz="2721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2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8276307" y="1028700"/>
            <a:ext cx="4174279" cy="3894345"/>
            <a:chOff x="0" y="0"/>
            <a:chExt cx="10288594" cy="959862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31750" y="31750"/>
              <a:ext cx="10223852" cy="9535124"/>
            </a:xfrm>
            <a:custGeom>
              <a:avLst/>
              <a:gdLst/>
              <a:ahLst/>
              <a:cxnLst/>
              <a:rect r="r" b="b" t="t" l="l"/>
              <a:pathLst>
                <a:path h="9535124" w="10223852">
                  <a:moveTo>
                    <a:pt x="10132384" y="9535124"/>
                  </a:moveTo>
                  <a:lnTo>
                    <a:pt x="92710" y="9535124"/>
                  </a:lnTo>
                  <a:cubicBezTo>
                    <a:pt x="41910" y="9535124"/>
                    <a:pt x="0" y="9493214"/>
                    <a:pt x="0" y="9442414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0131113" y="0"/>
                  </a:lnTo>
                  <a:cubicBezTo>
                    <a:pt x="10181913" y="0"/>
                    <a:pt x="10223824" y="41910"/>
                    <a:pt x="10223824" y="92710"/>
                  </a:cubicBezTo>
                  <a:lnTo>
                    <a:pt x="10223824" y="9441145"/>
                  </a:lnTo>
                  <a:cubicBezTo>
                    <a:pt x="10225094" y="9493214"/>
                    <a:pt x="10183184" y="9535124"/>
                    <a:pt x="10132384" y="9535124"/>
                  </a:cubicBezTo>
                  <a:close/>
                </a:path>
              </a:pathLst>
            </a:custGeom>
            <a:solidFill>
              <a:srgbClr val="101010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288594" cy="9598624"/>
            </a:xfrm>
            <a:custGeom>
              <a:avLst/>
              <a:gdLst/>
              <a:ahLst/>
              <a:cxnLst/>
              <a:rect r="r" b="b" t="t" l="l"/>
              <a:pathLst>
                <a:path h="9598624" w="10288594">
                  <a:moveTo>
                    <a:pt x="10164134" y="59690"/>
                  </a:moveTo>
                  <a:cubicBezTo>
                    <a:pt x="10199694" y="59690"/>
                    <a:pt x="10228904" y="88900"/>
                    <a:pt x="10228904" y="124460"/>
                  </a:cubicBezTo>
                  <a:lnTo>
                    <a:pt x="10228904" y="9474164"/>
                  </a:lnTo>
                  <a:cubicBezTo>
                    <a:pt x="10228904" y="9509724"/>
                    <a:pt x="10199694" y="9538934"/>
                    <a:pt x="10164134" y="9538934"/>
                  </a:cubicBezTo>
                  <a:lnTo>
                    <a:pt x="124460" y="9538934"/>
                  </a:lnTo>
                  <a:cubicBezTo>
                    <a:pt x="88900" y="9538934"/>
                    <a:pt x="59690" y="9509724"/>
                    <a:pt x="59690" y="9474164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0164134" y="59690"/>
                  </a:lnTo>
                  <a:moveTo>
                    <a:pt x="10164134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474164"/>
                  </a:lnTo>
                  <a:cubicBezTo>
                    <a:pt x="0" y="9542745"/>
                    <a:pt x="55880" y="9598624"/>
                    <a:pt x="124460" y="9598624"/>
                  </a:cubicBezTo>
                  <a:lnTo>
                    <a:pt x="10164134" y="9598624"/>
                  </a:lnTo>
                  <a:cubicBezTo>
                    <a:pt x="10232713" y="9598624"/>
                    <a:pt x="10288594" y="9542745"/>
                    <a:pt x="10288594" y="9474164"/>
                  </a:cubicBezTo>
                  <a:lnTo>
                    <a:pt x="10288594" y="124460"/>
                  </a:lnTo>
                  <a:cubicBezTo>
                    <a:pt x="10288594" y="55880"/>
                    <a:pt x="10232713" y="0"/>
                    <a:pt x="10164134" y="0"/>
                  </a:cubicBezTo>
                  <a:close/>
                </a:path>
              </a:pathLst>
            </a:custGeom>
            <a:solidFill>
              <a:srgbClr val="57FFFF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2880958" y="1028700"/>
            <a:ext cx="4174279" cy="3894345"/>
            <a:chOff x="0" y="0"/>
            <a:chExt cx="10288594" cy="959862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31750" y="31750"/>
              <a:ext cx="10223852" cy="9535124"/>
            </a:xfrm>
            <a:custGeom>
              <a:avLst/>
              <a:gdLst/>
              <a:ahLst/>
              <a:cxnLst/>
              <a:rect r="r" b="b" t="t" l="l"/>
              <a:pathLst>
                <a:path h="9535124" w="10223852">
                  <a:moveTo>
                    <a:pt x="10132384" y="9535124"/>
                  </a:moveTo>
                  <a:lnTo>
                    <a:pt x="92710" y="9535124"/>
                  </a:lnTo>
                  <a:cubicBezTo>
                    <a:pt x="41910" y="9535124"/>
                    <a:pt x="0" y="9493214"/>
                    <a:pt x="0" y="9442414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0131113" y="0"/>
                  </a:lnTo>
                  <a:cubicBezTo>
                    <a:pt x="10181913" y="0"/>
                    <a:pt x="10223824" y="41910"/>
                    <a:pt x="10223824" y="92710"/>
                  </a:cubicBezTo>
                  <a:lnTo>
                    <a:pt x="10223824" y="9441145"/>
                  </a:lnTo>
                  <a:cubicBezTo>
                    <a:pt x="10225094" y="9493214"/>
                    <a:pt x="10183184" y="9535124"/>
                    <a:pt x="10132384" y="9535124"/>
                  </a:cubicBezTo>
                  <a:close/>
                </a:path>
              </a:pathLst>
            </a:custGeom>
            <a:solidFill>
              <a:srgbClr val="101010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88594" cy="9598624"/>
            </a:xfrm>
            <a:custGeom>
              <a:avLst/>
              <a:gdLst/>
              <a:ahLst/>
              <a:cxnLst/>
              <a:rect r="r" b="b" t="t" l="l"/>
              <a:pathLst>
                <a:path h="9598624" w="10288594">
                  <a:moveTo>
                    <a:pt x="10164134" y="59690"/>
                  </a:moveTo>
                  <a:cubicBezTo>
                    <a:pt x="10199694" y="59690"/>
                    <a:pt x="10228904" y="88900"/>
                    <a:pt x="10228904" y="124460"/>
                  </a:cubicBezTo>
                  <a:lnTo>
                    <a:pt x="10228904" y="9474164"/>
                  </a:lnTo>
                  <a:cubicBezTo>
                    <a:pt x="10228904" y="9509724"/>
                    <a:pt x="10199694" y="9538934"/>
                    <a:pt x="10164134" y="9538934"/>
                  </a:cubicBezTo>
                  <a:lnTo>
                    <a:pt x="124460" y="9538934"/>
                  </a:lnTo>
                  <a:cubicBezTo>
                    <a:pt x="88900" y="9538934"/>
                    <a:pt x="59690" y="9509724"/>
                    <a:pt x="59690" y="9474164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0164134" y="59690"/>
                  </a:lnTo>
                  <a:moveTo>
                    <a:pt x="10164134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474164"/>
                  </a:lnTo>
                  <a:cubicBezTo>
                    <a:pt x="0" y="9542745"/>
                    <a:pt x="55880" y="9598624"/>
                    <a:pt x="124460" y="9598624"/>
                  </a:cubicBezTo>
                  <a:lnTo>
                    <a:pt x="10164134" y="9598624"/>
                  </a:lnTo>
                  <a:cubicBezTo>
                    <a:pt x="10232713" y="9598624"/>
                    <a:pt x="10288594" y="9542745"/>
                    <a:pt x="10288594" y="9474164"/>
                  </a:cubicBezTo>
                  <a:lnTo>
                    <a:pt x="10288594" y="124460"/>
                  </a:lnTo>
                  <a:cubicBezTo>
                    <a:pt x="10288594" y="55880"/>
                    <a:pt x="10232713" y="0"/>
                    <a:pt x="10164134" y="0"/>
                  </a:cubicBezTo>
                  <a:close/>
                </a:path>
              </a:pathLst>
            </a:custGeom>
            <a:solidFill>
              <a:srgbClr val="FF19CF"/>
            </a:solid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5898828" y="5912055"/>
            <a:ext cx="1060764" cy="1056620"/>
            <a:chOff x="0" y="0"/>
            <a:chExt cx="6502400" cy="6477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116940" y="124149"/>
              <a:ext cx="6262195" cy="6234315"/>
            </a:xfrm>
            <a:custGeom>
              <a:avLst/>
              <a:gdLst/>
              <a:ahLst/>
              <a:cxnLst/>
              <a:rect r="r" b="b" t="t" l="l"/>
              <a:pathLst>
                <a:path h="6234315" w="6262195">
                  <a:moveTo>
                    <a:pt x="3131098" y="32"/>
                  </a:moveTo>
                  <a:cubicBezTo>
                    <a:pt x="2014135" y="-4964"/>
                    <a:pt x="979875" y="588062"/>
                    <a:pt x="419947" y="1554557"/>
                  </a:cubicBezTo>
                  <a:cubicBezTo>
                    <a:pt x="-139982" y="2521051"/>
                    <a:pt x="-139982" y="3713264"/>
                    <a:pt x="419947" y="4679759"/>
                  </a:cubicBezTo>
                  <a:cubicBezTo>
                    <a:pt x="979875" y="5646253"/>
                    <a:pt x="2014135" y="6239279"/>
                    <a:pt x="3131098" y="6234284"/>
                  </a:cubicBezTo>
                  <a:cubicBezTo>
                    <a:pt x="4248061" y="6239279"/>
                    <a:pt x="5282321" y="5646253"/>
                    <a:pt x="5842249" y="4679759"/>
                  </a:cubicBezTo>
                  <a:cubicBezTo>
                    <a:pt x="6402178" y="3713265"/>
                    <a:pt x="6402178" y="2521051"/>
                    <a:pt x="5842249" y="1554557"/>
                  </a:cubicBezTo>
                  <a:cubicBezTo>
                    <a:pt x="5282321" y="588063"/>
                    <a:pt x="4248061" y="-4963"/>
                    <a:pt x="3131098" y="32"/>
                  </a:cubicBezTo>
                  <a:close/>
                </a:path>
              </a:pathLst>
            </a:custGeom>
            <a:blipFill>
              <a:blip r:embed="rId2"/>
              <a:stretch>
                <a:fillRect l="-78340" t="-28996" r="-85901" b="-224901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73038" y="66269"/>
              <a:ext cx="6350000" cy="6349987"/>
            </a:xfrm>
            <a:custGeom>
              <a:avLst/>
              <a:gdLst/>
              <a:ahLst/>
              <a:cxnLst/>
              <a:rect r="r" b="b" t="t" l="l"/>
              <a:pathLst>
                <a:path h="6349987" w="6350000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FF19CF"/>
            </a:solidFill>
          </p:spPr>
        </p:sp>
      </p:grp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4490364" y="5912055"/>
            <a:ext cx="1060764" cy="1056620"/>
            <a:chOff x="0" y="0"/>
            <a:chExt cx="6502400" cy="6477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116940" y="124149"/>
              <a:ext cx="6262195" cy="6234315"/>
            </a:xfrm>
            <a:custGeom>
              <a:avLst/>
              <a:gdLst/>
              <a:ahLst/>
              <a:cxnLst/>
              <a:rect r="r" b="b" t="t" l="l"/>
              <a:pathLst>
                <a:path h="6234315" w="6262195">
                  <a:moveTo>
                    <a:pt x="3131098" y="32"/>
                  </a:moveTo>
                  <a:cubicBezTo>
                    <a:pt x="2014135" y="-4964"/>
                    <a:pt x="979875" y="588062"/>
                    <a:pt x="419947" y="1554557"/>
                  </a:cubicBezTo>
                  <a:cubicBezTo>
                    <a:pt x="-139982" y="2521051"/>
                    <a:pt x="-139982" y="3713264"/>
                    <a:pt x="419947" y="4679759"/>
                  </a:cubicBezTo>
                  <a:cubicBezTo>
                    <a:pt x="979875" y="5646253"/>
                    <a:pt x="2014135" y="6239279"/>
                    <a:pt x="3131098" y="6234284"/>
                  </a:cubicBezTo>
                  <a:cubicBezTo>
                    <a:pt x="4248061" y="6239279"/>
                    <a:pt x="5282321" y="5646253"/>
                    <a:pt x="5842249" y="4679759"/>
                  </a:cubicBezTo>
                  <a:cubicBezTo>
                    <a:pt x="6402178" y="3713265"/>
                    <a:pt x="6402178" y="2521051"/>
                    <a:pt x="5842249" y="1554557"/>
                  </a:cubicBezTo>
                  <a:cubicBezTo>
                    <a:pt x="5282321" y="588063"/>
                    <a:pt x="4248061" y="-4963"/>
                    <a:pt x="3131098" y="32"/>
                  </a:cubicBezTo>
                  <a:close/>
                </a:path>
              </a:pathLst>
            </a:custGeom>
            <a:blipFill>
              <a:blip r:embed="rId3"/>
              <a:stretch>
                <a:fillRect l="-86973" t="-17100" r="-160548" b="-114816"/>
              </a:stretch>
            </a:blip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73038" y="66269"/>
              <a:ext cx="6350000" cy="6349987"/>
            </a:xfrm>
            <a:custGeom>
              <a:avLst/>
              <a:gdLst/>
              <a:ahLst/>
              <a:cxnLst/>
              <a:rect r="r" b="b" t="t" l="l"/>
              <a:pathLst>
                <a:path h="6349987" w="6350000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57FFFF"/>
            </a:solidFill>
          </p:spPr>
        </p:sp>
      </p:grpSp>
      <p:grpSp>
        <p:nvGrpSpPr>
          <p:cNvPr name="Group 22" id="22"/>
          <p:cNvGrpSpPr>
            <a:grpSpLocks noChangeAspect="true"/>
          </p:cNvGrpSpPr>
          <p:nvPr/>
        </p:nvGrpSpPr>
        <p:grpSpPr>
          <a:xfrm rot="0">
            <a:off x="1673434" y="5912055"/>
            <a:ext cx="1060764" cy="1056620"/>
            <a:chOff x="0" y="0"/>
            <a:chExt cx="6502400" cy="6477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116940" y="124149"/>
              <a:ext cx="6262195" cy="6234315"/>
            </a:xfrm>
            <a:custGeom>
              <a:avLst/>
              <a:gdLst/>
              <a:ahLst/>
              <a:cxnLst/>
              <a:rect r="r" b="b" t="t" l="l"/>
              <a:pathLst>
                <a:path h="6234315" w="6262195">
                  <a:moveTo>
                    <a:pt x="3131098" y="32"/>
                  </a:moveTo>
                  <a:cubicBezTo>
                    <a:pt x="2014135" y="-4964"/>
                    <a:pt x="979875" y="588062"/>
                    <a:pt x="419947" y="1554557"/>
                  </a:cubicBezTo>
                  <a:cubicBezTo>
                    <a:pt x="-139982" y="2521051"/>
                    <a:pt x="-139982" y="3713264"/>
                    <a:pt x="419947" y="4679759"/>
                  </a:cubicBezTo>
                  <a:cubicBezTo>
                    <a:pt x="979875" y="5646253"/>
                    <a:pt x="2014135" y="6239279"/>
                    <a:pt x="3131098" y="6234284"/>
                  </a:cubicBezTo>
                  <a:cubicBezTo>
                    <a:pt x="4248061" y="6239279"/>
                    <a:pt x="5282321" y="5646253"/>
                    <a:pt x="5842249" y="4679759"/>
                  </a:cubicBezTo>
                  <a:cubicBezTo>
                    <a:pt x="6402178" y="3713265"/>
                    <a:pt x="6402178" y="2521051"/>
                    <a:pt x="5842249" y="1554557"/>
                  </a:cubicBezTo>
                  <a:cubicBezTo>
                    <a:pt x="5282321" y="588063"/>
                    <a:pt x="4248061" y="-4963"/>
                    <a:pt x="3131098" y="32"/>
                  </a:cubicBezTo>
                  <a:close/>
                </a:path>
              </a:pathLst>
            </a:custGeom>
            <a:blipFill>
              <a:blip r:embed="rId4"/>
              <a:stretch>
                <a:fillRect l="-66101" t="0" r="223" b="-133239"/>
              </a:stretch>
            </a:blipFill>
          </p:spPr>
        </p:sp>
        <p:sp>
          <p:nvSpPr>
            <p:cNvPr name="Freeform 24" id="24"/>
            <p:cNvSpPr/>
            <p:nvPr/>
          </p:nvSpPr>
          <p:spPr>
            <a:xfrm flipH="false" flipV="false" rot="0">
              <a:off x="73038" y="66269"/>
              <a:ext cx="6350000" cy="6349987"/>
            </a:xfrm>
            <a:custGeom>
              <a:avLst/>
              <a:gdLst/>
              <a:ahLst/>
              <a:cxnLst/>
              <a:rect r="r" b="b" t="t" l="l"/>
              <a:pathLst>
                <a:path h="6349987" w="6350000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57FFFF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232763" y="1020617"/>
            <a:ext cx="5726830" cy="16132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50"/>
              </a:lnSpc>
            </a:pPr>
            <a:r>
              <a:rPr lang="en-US" b="true" sz="5499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ACTION ITEMS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658917" y="3412013"/>
            <a:ext cx="4312884" cy="4234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Writ</a:t>
            </a:r>
            <a:r>
              <a:rPr lang="en-US" sz="21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e action it</a:t>
            </a:r>
            <a:r>
              <a:rPr lang="en-US" sz="2100" u="non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ems in the boxes.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658917" y="4473632"/>
            <a:ext cx="4312884" cy="795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Drag y</a:t>
            </a:r>
            <a:r>
              <a:rPr lang="en-US" sz="21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our photo under</a:t>
            </a:r>
            <a:r>
              <a:rPr lang="en-US" sz="2100" u="non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the</a:t>
            </a:r>
          </a:p>
          <a:p>
            <a:pPr algn="l" marL="0" indent="0" lvl="0">
              <a:lnSpc>
                <a:spcPts val="2940"/>
              </a:lnSpc>
              <a:spcBef>
                <a:spcPct val="0"/>
              </a:spcBef>
            </a:pPr>
            <a:r>
              <a:rPr lang="en-US" sz="2100" u="non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action item you want to own.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8276307" y="1028700"/>
            <a:ext cx="4174279" cy="590215"/>
            <a:chOff x="0" y="0"/>
            <a:chExt cx="5565706" cy="786953"/>
          </a:xfrm>
        </p:grpSpPr>
        <p:grpSp>
          <p:nvGrpSpPr>
            <p:cNvPr name="Group 29" id="29"/>
            <p:cNvGrpSpPr/>
            <p:nvPr/>
          </p:nvGrpSpPr>
          <p:grpSpPr>
            <a:xfrm rot="0">
              <a:off x="0" y="0"/>
              <a:ext cx="5565706" cy="786953"/>
              <a:chOff x="0" y="0"/>
              <a:chExt cx="10288594" cy="1454738"/>
            </a:xfrm>
          </p:grpSpPr>
          <p:sp>
            <p:nvSpPr>
              <p:cNvPr name="Freeform 30" id="30"/>
              <p:cNvSpPr/>
              <p:nvPr/>
            </p:nvSpPr>
            <p:spPr>
              <a:xfrm flipH="false" flipV="false" rot="0">
                <a:off x="31750" y="31750"/>
                <a:ext cx="10223852" cy="1391238"/>
              </a:xfrm>
              <a:custGeom>
                <a:avLst/>
                <a:gdLst/>
                <a:ahLst/>
                <a:cxnLst/>
                <a:rect r="r" b="b" t="t" l="l"/>
                <a:pathLst>
                  <a:path h="1391238" w="10223852">
                    <a:moveTo>
                      <a:pt x="10132384" y="1391238"/>
                    </a:moveTo>
                    <a:lnTo>
                      <a:pt x="92710" y="1391238"/>
                    </a:lnTo>
                    <a:cubicBezTo>
                      <a:pt x="41910" y="1391238"/>
                      <a:pt x="0" y="1349328"/>
                      <a:pt x="0" y="1298528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0131113" y="0"/>
                    </a:lnTo>
                    <a:cubicBezTo>
                      <a:pt x="10181913" y="0"/>
                      <a:pt x="10223824" y="41910"/>
                      <a:pt x="10223824" y="92710"/>
                    </a:cubicBezTo>
                    <a:lnTo>
                      <a:pt x="10223824" y="1297258"/>
                    </a:lnTo>
                    <a:cubicBezTo>
                      <a:pt x="10225094" y="1349328"/>
                      <a:pt x="10183184" y="1391238"/>
                      <a:pt x="10132384" y="1391238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31" id="31"/>
              <p:cNvSpPr/>
              <p:nvPr/>
            </p:nvSpPr>
            <p:spPr>
              <a:xfrm flipH="false" flipV="false" rot="0">
                <a:off x="0" y="0"/>
                <a:ext cx="10288594" cy="1454738"/>
              </a:xfrm>
              <a:custGeom>
                <a:avLst/>
                <a:gdLst/>
                <a:ahLst/>
                <a:cxnLst/>
                <a:rect r="r" b="b" t="t" l="l"/>
                <a:pathLst>
                  <a:path h="1454738" w="10288594">
                    <a:moveTo>
                      <a:pt x="10164134" y="59690"/>
                    </a:moveTo>
                    <a:cubicBezTo>
                      <a:pt x="10199694" y="59690"/>
                      <a:pt x="10228904" y="88900"/>
                      <a:pt x="10228904" y="124460"/>
                    </a:cubicBezTo>
                    <a:lnTo>
                      <a:pt x="10228904" y="1330278"/>
                    </a:lnTo>
                    <a:cubicBezTo>
                      <a:pt x="10228904" y="1365838"/>
                      <a:pt x="10199694" y="1395048"/>
                      <a:pt x="10164134" y="1395048"/>
                    </a:cubicBezTo>
                    <a:lnTo>
                      <a:pt x="124460" y="1395048"/>
                    </a:lnTo>
                    <a:cubicBezTo>
                      <a:pt x="88900" y="1395048"/>
                      <a:pt x="59690" y="1365838"/>
                      <a:pt x="59690" y="1330278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0164134" y="59690"/>
                    </a:lnTo>
                    <a:moveTo>
                      <a:pt x="10164134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1330278"/>
                    </a:lnTo>
                    <a:cubicBezTo>
                      <a:pt x="0" y="1398858"/>
                      <a:pt x="55880" y="1454738"/>
                      <a:pt x="124460" y="1454738"/>
                    </a:cubicBezTo>
                    <a:lnTo>
                      <a:pt x="10164134" y="1454738"/>
                    </a:lnTo>
                    <a:cubicBezTo>
                      <a:pt x="10232713" y="1454738"/>
                      <a:pt x="10288594" y="1398858"/>
                      <a:pt x="10288594" y="1330278"/>
                    </a:cubicBezTo>
                    <a:lnTo>
                      <a:pt x="10288594" y="124460"/>
                    </a:lnTo>
                    <a:cubicBezTo>
                      <a:pt x="10288594" y="55880"/>
                      <a:pt x="10232713" y="0"/>
                      <a:pt x="1016413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TextBox 32" id="32"/>
            <p:cNvSpPr txBox="true"/>
            <p:nvPr/>
          </p:nvSpPr>
          <p:spPr>
            <a:xfrm rot="0">
              <a:off x="1425819" y="127292"/>
              <a:ext cx="2714068" cy="4466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10101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Action 1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8524330" y="1257132"/>
            <a:ext cx="601057" cy="133350"/>
            <a:chOff x="0" y="0"/>
            <a:chExt cx="801409" cy="177800"/>
          </a:xfrm>
        </p:grpSpPr>
        <p:grpSp>
          <p:nvGrpSpPr>
            <p:cNvPr name="Group 34" id="34"/>
            <p:cNvGrpSpPr/>
            <p:nvPr/>
          </p:nvGrpSpPr>
          <p:grpSpPr>
            <a:xfrm rot="0">
              <a:off x="0" y="0"/>
              <a:ext cx="177800" cy="177800"/>
              <a:chOff x="0" y="0"/>
              <a:chExt cx="6350000" cy="6350000"/>
            </a:xfrm>
          </p:grpSpPr>
          <p:sp>
            <p:nvSpPr>
              <p:cNvPr name="Freeform 35" id="35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  <p:grpSp>
          <p:nvGrpSpPr>
            <p:cNvPr name="Group 36" id="36"/>
            <p:cNvGrpSpPr/>
            <p:nvPr/>
          </p:nvGrpSpPr>
          <p:grpSpPr>
            <a:xfrm rot="0">
              <a:off x="318909" y="0"/>
              <a:ext cx="177800" cy="177800"/>
              <a:chOff x="0" y="0"/>
              <a:chExt cx="6350000" cy="63500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  <p:grpSp>
          <p:nvGrpSpPr>
            <p:cNvPr name="Group 38" id="38"/>
            <p:cNvGrpSpPr/>
            <p:nvPr/>
          </p:nvGrpSpPr>
          <p:grpSpPr>
            <a:xfrm rot="0">
              <a:off x="623609" y="0"/>
              <a:ext cx="177800" cy="177800"/>
              <a:chOff x="0" y="0"/>
              <a:chExt cx="6350000" cy="63500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</p:grpSp>
      <p:grpSp>
        <p:nvGrpSpPr>
          <p:cNvPr name="Group 40" id="40"/>
          <p:cNvGrpSpPr/>
          <p:nvPr/>
        </p:nvGrpSpPr>
        <p:grpSpPr>
          <a:xfrm rot="0">
            <a:off x="12880958" y="1028700"/>
            <a:ext cx="4174279" cy="590215"/>
            <a:chOff x="0" y="0"/>
            <a:chExt cx="5565706" cy="786953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0" y="0"/>
              <a:ext cx="5565706" cy="786953"/>
              <a:chOff x="0" y="0"/>
              <a:chExt cx="10288594" cy="1454738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31750" y="31750"/>
                <a:ext cx="10223852" cy="1391238"/>
              </a:xfrm>
              <a:custGeom>
                <a:avLst/>
                <a:gdLst/>
                <a:ahLst/>
                <a:cxnLst/>
                <a:rect r="r" b="b" t="t" l="l"/>
                <a:pathLst>
                  <a:path h="1391238" w="10223852">
                    <a:moveTo>
                      <a:pt x="10132384" y="1391238"/>
                    </a:moveTo>
                    <a:lnTo>
                      <a:pt x="92710" y="1391238"/>
                    </a:lnTo>
                    <a:cubicBezTo>
                      <a:pt x="41910" y="1391238"/>
                      <a:pt x="0" y="1349328"/>
                      <a:pt x="0" y="1298528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0131113" y="0"/>
                    </a:lnTo>
                    <a:cubicBezTo>
                      <a:pt x="10181913" y="0"/>
                      <a:pt x="10223824" y="41910"/>
                      <a:pt x="10223824" y="92710"/>
                    </a:cubicBezTo>
                    <a:lnTo>
                      <a:pt x="10223824" y="1297258"/>
                    </a:lnTo>
                    <a:cubicBezTo>
                      <a:pt x="10225094" y="1349328"/>
                      <a:pt x="10183184" y="1391238"/>
                      <a:pt x="10132384" y="1391238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10288594" cy="1454738"/>
              </a:xfrm>
              <a:custGeom>
                <a:avLst/>
                <a:gdLst/>
                <a:ahLst/>
                <a:cxnLst/>
                <a:rect r="r" b="b" t="t" l="l"/>
                <a:pathLst>
                  <a:path h="1454738" w="10288594">
                    <a:moveTo>
                      <a:pt x="10164134" y="59690"/>
                    </a:moveTo>
                    <a:cubicBezTo>
                      <a:pt x="10199694" y="59690"/>
                      <a:pt x="10228904" y="88900"/>
                      <a:pt x="10228904" y="124460"/>
                    </a:cubicBezTo>
                    <a:lnTo>
                      <a:pt x="10228904" y="1330278"/>
                    </a:lnTo>
                    <a:cubicBezTo>
                      <a:pt x="10228904" y="1365838"/>
                      <a:pt x="10199694" y="1395048"/>
                      <a:pt x="10164134" y="1395048"/>
                    </a:cubicBezTo>
                    <a:lnTo>
                      <a:pt x="124460" y="1395048"/>
                    </a:lnTo>
                    <a:cubicBezTo>
                      <a:pt x="88900" y="1395048"/>
                      <a:pt x="59690" y="1365838"/>
                      <a:pt x="59690" y="1330278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0164134" y="59690"/>
                    </a:lnTo>
                    <a:moveTo>
                      <a:pt x="10164134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1330278"/>
                    </a:lnTo>
                    <a:cubicBezTo>
                      <a:pt x="0" y="1398858"/>
                      <a:pt x="55880" y="1454738"/>
                      <a:pt x="124460" y="1454738"/>
                    </a:cubicBezTo>
                    <a:lnTo>
                      <a:pt x="10164134" y="1454738"/>
                    </a:lnTo>
                    <a:cubicBezTo>
                      <a:pt x="10232713" y="1454738"/>
                      <a:pt x="10288594" y="1398858"/>
                      <a:pt x="10288594" y="1330278"/>
                    </a:cubicBezTo>
                    <a:lnTo>
                      <a:pt x="10288594" y="124460"/>
                    </a:lnTo>
                    <a:cubicBezTo>
                      <a:pt x="10288594" y="55880"/>
                      <a:pt x="10232713" y="0"/>
                      <a:pt x="1016413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TextBox 44" id="44"/>
            <p:cNvSpPr txBox="true"/>
            <p:nvPr/>
          </p:nvSpPr>
          <p:spPr>
            <a:xfrm rot="0">
              <a:off x="1425819" y="127292"/>
              <a:ext cx="2714068" cy="4466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10101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Action 2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8276307" y="5364435"/>
            <a:ext cx="4174279" cy="3894345"/>
            <a:chOff x="0" y="0"/>
            <a:chExt cx="10288594" cy="9598624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31750" y="31750"/>
              <a:ext cx="10223852" cy="9535124"/>
            </a:xfrm>
            <a:custGeom>
              <a:avLst/>
              <a:gdLst/>
              <a:ahLst/>
              <a:cxnLst/>
              <a:rect r="r" b="b" t="t" l="l"/>
              <a:pathLst>
                <a:path h="9535124" w="10223852">
                  <a:moveTo>
                    <a:pt x="10132384" y="9535124"/>
                  </a:moveTo>
                  <a:lnTo>
                    <a:pt x="92710" y="9535124"/>
                  </a:lnTo>
                  <a:cubicBezTo>
                    <a:pt x="41910" y="9535124"/>
                    <a:pt x="0" y="9493214"/>
                    <a:pt x="0" y="9442414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0131113" y="0"/>
                  </a:lnTo>
                  <a:cubicBezTo>
                    <a:pt x="10181913" y="0"/>
                    <a:pt x="10223824" y="41910"/>
                    <a:pt x="10223824" y="92710"/>
                  </a:cubicBezTo>
                  <a:lnTo>
                    <a:pt x="10223824" y="9441145"/>
                  </a:lnTo>
                  <a:cubicBezTo>
                    <a:pt x="10225094" y="9493214"/>
                    <a:pt x="10183184" y="9535124"/>
                    <a:pt x="10132384" y="9535124"/>
                  </a:cubicBezTo>
                  <a:close/>
                </a:path>
              </a:pathLst>
            </a:custGeom>
            <a:solidFill>
              <a:srgbClr val="101010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288594" cy="9598624"/>
            </a:xfrm>
            <a:custGeom>
              <a:avLst/>
              <a:gdLst/>
              <a:ahLst/>
              <a:cxnLst/>
              <a:rect r="r" b="b" t="t" l="l"/>
              <a:pathLst>
                <a:path h="9598624" w="10288594">
                  <a:moveTo>
                    <a:pt x="10164134" y="59690"/>
                  </a:moveTo>
                  <a:cubicBezTo>
                    <a:pt x="10199694" y="59690"/>
                    <a:pt x="10228904" y="88900"/>
                    <a:pt x="10228904" y="124460"/>
                  </a:cubicBezTo>
                  <a:lnTo>
                    <a:pt x="10228904" y="9474164"/>
                  </a:lnTo>
                  <a:cubicBezTo>
                    <a:pt x="10228904" y="9509724"/>
                    <a:pt x="10199694" y="9538934"/>
                    <a:pt x="10164134" y="9538934"/>
                  </a:cubicBezTo>
                  <a:lnTo>
                    <a:pt x="124460" y="9538934"/>
                  </a:lnTo>
                  <a:cubicBezTo>
                    <a:pt x="88900" y="9538934"/>
                    <a:pt x="59690" y="9509724"/>
                    <a:pt x="59690" y="9474164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0164134" y="59690"/>
                  </a:lnTo>
                  <a:moveTo>
                    <a:pt x="10164134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474164"/>
                  </a:lnTo>
                  <a:cubicBezTo>
                    <a:pt x="0" y="9542745"/>
                    <a:pt x="55880" y="9598624"/>
                    <a:pt x="124460" y="9598624"/>
                  </a:cubicBezTo>
                  <a:lnTo>
                    <a:pt x="10164134" y="9598624"/>
                  </a:lnTo>
                  <a:cubicBezTo>
                    <a:pt x="10232713" y="9598624"/>
                    <a:pt x="10288594" y="9542745"/>
                    <a:pt x="10288594" y="9474164"/>
                  </a:cubicBezTo>
                  <a:lnTo>
                    <a:pt x="10288594" y="124460"/>
                  </a:lnTo>
                  <a:cubicBezTo>
                    <a:pt x="10288594" y="55880"/>
                    <a:pt x="10232713" y="0"/>
                    <a:pt x="10164134" y="0"/>
                  </a:cubicBezTo>
                  <a:close/>
                </a:path>
              </a:pathLst>
            </a:custGeom>
            <a:solidFill>
              <a:srgbClr val="57FFFF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2880958" y="5364435"/>
            <a:ext cx="4174279" cy="3894345"/>
            <a:chOff x="0" y="0"/>
            <a:chExt cx="10288594" cy="9598624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31750" y="31750"/>
              <a:ext cx="10223852" cy="9535124"/>
            </a:xfrm>
            <a:custGeom>
              <a:avLst/>
              <a:gdLst/>
              <a:ahLst/>
              <a:cxnLst/>
              <a:rect r="r" b="b" t="t" l="l"/>
              <a:pathLst>
                <a:path h="9535124" w="10223852">
                  <a:moveTo>
                    <a:pt x="10132384" y="9535124"/>
                  </a:moveTo>
                  <a:lnTo>
                    <a:pt x="92710" y="9535124"/>
                  </a:lnTo>
                  <a:cubicBezTo>
                    <a:pt x="41910" y="9535124"/>
                    <a:pt x="0" y="9493214"/>
                    <a:pt x="0" y="9442414"/>
                  </a:cubicBezTo>
                  <a:lnTo>
                    <a:pt x="0" y="92710"/>
                  </a:lnTo>
                  <a:cubicBezTo>
                    <a:pt x="0" y="41910"/>
                    <a:pt x="41910" y="0"/>
                    <a:pt x="92710" y="0"/>
                  </a:cubicBezTo>
                  <a:lnTo>
                    <a:pt x="10131113" y="0"/>
                  </a:lnTo>
                  <a:cubicBezTo>
                    <a:pt x="10181913" y="0"/>
                    <a:pt x="10223824" y="41910"/>
                    <a:pt x="10223824" y="92710"/>
                  </a:cubicBezTo>
                  <a:lnTo>
                    <a:pt x="10223824" y="9441145"/>
                  </a:lnTo>
                  <a:cubicBezTo>
                    <a:pt x="10225094" y="9493214"/>
                    <a:pt x="10183184" y="9535124"/>
                    <a:pt x="10132384" y="9535124"/>
                  </a:cubicBezTo>
                  <a:close/>
                </a:path>
              </a:pathLst>
            </a:custGeom>
            <a:solidFill>
              <a:srgbClr val="101010"/>
            </a:solidFill>
          </p:spPr>
        </p:sp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288594" cy="9598624"/>
            </a:xfrm>
            <a:custGeom>
              <a:avLst/>
              <a:gdLst/>
              <a:ahLst/>
              <a:cxnLst/>
              <a:rect r="r" b="b" t="t" l="l"/>
              <a:pathLst>
                <a:path h="9598624" w="10288594">
                  <a:moveTo>
                    <a:pt x="10164134" y="59690"/>
                  </a:moveTo>
                  <a:cubicBezTo>
                    <a:pt x="10199694" y="59690"/>
                    <a:pt x="10228904" y="88900"/>
                    <a:pt x="10228904" y="124460"/>
                  </a:cubicBezTo>
                  <a:lnTo>
                    <a:pt x="10228904" y="9474164"/>
                  </a:lnTo>
                  <a:cubicBezTo>
                    <a:pt x="10228904" y="9509724"/>
                    <a:pt x="10199694" y="9538934"/>
                    <a:pt x="10164134" y="9538934"/>
                  </a:cubicBezTo>
                  <a:lnTo>
                    <a:pt x="124460" y="9538934"/>
                  </a:lnTo>
                  <a:cubicBezTo>
                    <a:pt x="88900" y="9538934"/>
                    <a:pt x="59690" y="9509724"/>
                    <a:pt x="59690" y="9474164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0164134" y="59690"/>
                  </a:lnTo>
                  <a:moveTo>
                    <a:pt x="10164134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9474164"/>
                  </a:lnTo>
                  <a:cubicBezTo>
                    <a:pt x="0" y="9542745"/>
                    <a:pt x="55880" y="9598624"/>
                    <a:pt x="124460" y="9598624"/>
                  </a:cubicBezTo>
                  <a:lnTo>
                    <a:pt x="10164134" y="9598624"/>
                  </a:lnTo>
                  <a:cubicBezTo>
                    <a:pt x="10232713" y="9598624"/>
                    <a:pt x="10288594" y="9542745"/>
                    <a:pt x="10288594" y="9474164"/>
                  </a:cubicBezTo>
                  <a:lnTo>
                    <a:pt x="10288594" y="124460"/>
                  </a:lnTo>
                  <a:cubicBezTo>
                    <a:pt x="10288594" y="55880"/>
                    <a:pt x="10232713" y="0"/>
                    <a:pt x="10164134" y="0"/>
                  </a:cubicBezTo>
                  <a:close/>
                </a:path>
              </a:pathLst>
            </a:custGeom>
            <a:solidFill>
              <a:srgbClr val="FF19CF"/>
            </a:solidFill>
          </p:spPr>
        </p:sp>
      </p:grpSp>
      <p:grpSp>
        <p:nvGrpSpPr>
          <p:cNvPr name="Group 51" id="51"/>
          <p:cNvGrpSpPr/>
          <p:nvPr/>
        </p:nvGrpSpPr>
        <p:grpSpPr>
          <a:xfrm rot="0">
            <a:off x="14633618" y="7239741"/>
            <a:ext cx="1344205" cy="1275941"/>
            <a:chOff x="0" y="0"/>
            <a:chExt cx="1792274" cy="1701255"/>
          </a:xfrm>
        </p:grpSpPr>
        <p:grpSp>
          <p:nvGrpSpPr>
            <p:cNvPr name="Group 52" id="52"/>
            <p:cNvGrpSpPr/>
            <p:nvPr/>
          </p:nvGrpSpPr>
          <p:grpSpPr>
            <a:xfrm rot="0">
              <a:off x="0" y="0"/>
              <a:ext cx="1792274" cy="1701255"/>
              <a:chOff x="0" y="0"/>
              <a:chExt cx="2275056" cy="2159521"/>
            </a:xfrm>
          </p:grpSpPr>
          <p:sp>
            <p:nvSpPr>
              <p:cNvPr name="Freeform 53" id="53"/>
              <p:cNvSpPr/>
              <p:nvPr/>
            </p:nvSpPr>
            <p:spPr>
              <a:xfrm flipH="false" flipV="false" rot="0">
                <a:off x="57150" y="58420"/>
                <a:ext cx="2205206" cy="2088401"/>
              </a:xfrm>
              <a:custGeom>
                <a:avLst/>
                <a:gdLst/>
                <a:ahLst/>
                <a:cxnLst/>
                <a:rect r="r" b="b" t="t" l="l"/>
                <a:pathLst>
                  <a:path h="2088401" w="2205206">
                    <a:moveTo>
                      <a:pt x="2120117" y="2057921"/>
                    </a:moveTo>
                    <a:lnTo>
                      <a:pt x="0" y="2057921"/>
                    </a:lnTo>
                    <a:cubicBezTo>
                      <a:pt x="5080" y="2075701"/>
                      <a:pt x="21590" y="2088401"/>
                      <a:pt x="40640" y="2088401"/>
                    </a:cubicBezTo>
                    <a:lnTo>
                      <a:pt x="2162027" y="2088401"/>
                    </a:lnTo>
                    <a:cubicBezTo>
                      <a:pt x="2186156" y="2088401"/>
                      <a:pt x="2205206" y="2069351"/>
                      <a:pt x="2205206" y="2045221"/>
                    </a:cubicBezTo>
                    <a:lnTo>
                      <a:pt x="2205206" y="40640"/>
                    </a:lnTo>
                    <a:cubicBezTo>
                      <a:pt x="2205206" y="21590"/>
                      <a:pt x="2192506" y="6350"/>
                      <a:pt x="2175996" y="0"/>
                    </a:cubicBezTo>
                    <a:lnTo>
                      <a:pt x="2175996" y="2002041"/>
                    </a:lnTo>
                    <a:cubicBezTo>
                      <a:pt x="2175996" y="2032521"/>
                      <a:pt x="2150596" y="2057921"/>
                      <a:pt x="2120117" y="2057921"/>
                    </a:cubicBezTo>
                    <a:close/>
                  </a:path>
                </a:pathLst>
              </a:custGeom>
              <a:solidFill>
                <a:srgbClr val="57FFFF"/>
              </a:solidFill>
            </p:spPr>
          </p:sp>
          <p:sp>
            <p:nvSpPr>
              <p:cNvPr name="Freeform 54" id="54"/>
              <p:cNvSpPr/>
              <p:nvPr/>
            </p:nvSpPr>
            <p:spPr>
              <a:xfrm flipH="false" flipV="false" rot="0">
                <a:off x="12700" y="12700"/>
                <a:ext cx="2207746" cy="2090941"/>
              </a:xfrm>
              <a:custGeom>
                <a:avLst/>
                <a:gdLst/>
                <a:ahLst/>
                <a:cxnLst/>
                <a:rect r="r" b="b" t="t" l="l"/>
                <a:pathLst>
                  <a:path h="2090941" w="2207746">
                    <a:moveTo>
                      <a:pt x="43180" y="2090941"/>
                    </a:moveTo>
                    <a:lnTo>
                      <a:pt x="2164567" y="2090941"/>
                    </a:lnTo>
                    <a:cubicBezTo>
                      <a:pt x="2188696" y="2090941"/>
                      <a:pt x="2207746" y="2071891"/>
                      <a:pt x="2207746" y="2047761"/>
                    </a:cubicBezTo>
                    <a:lnTo>
                      <a:pt x="2207746" y="43180"/>
                    </a:lnTo>
                    <a:cubicBezTo>
                      <a:pt x="2207746" y="19050"/>
                      <a:pt x="2188696" y="0"/>
                      <a:pt x="2164567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2047761"/>
                    </a:lnTo>
                    <a:cubicBezTo>
                      <a:pt x="0" y="2071891"/>
                      <a:pt x="19050" y="2090941"/>
                      <a:pt x="43180" y="2090941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55" id="55"/>
              <p:cNvSpPr/>
              <p:nvPr/>
            </p:nvSpPr>
            <p:spPr>
              <a:xfrm flipH="false" flipV="false" rot="0">
                <a:off x="0" y="0"/>
                <a:ext cx="2275056" cy="2159521"/>
              </a:xfrm>
              <a:custGeom>
                <a:avLst/>
                <a:gdLst/>
                <a:ahLst/>
                <a:cxnLst/>
                <a:rect r="r" b="b" t="t" l="l"/>
                <a:pathLst>
                  <a:path h="2159521" w="2275056">
                    <a:moveTo>
                      <a:pt x="2231876" y="44450"/>
                    </a:moveTo>
                    <a:cubicBezTo>
                      <a:pt x="2226796" y="19050"/>
                      <a:pt x="2203936" y="0"/>
                      <a:pt x="2177266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2060461"/>
                    </a:lnTo>
                    <a:cubicBezTo>
                      <a:pt x="0" y="2087131"/>
                      <a:pt x="17780" y="2108721"/>
                      <a:pt x="43180" y="2115071"/>
                    </a:cubicBezTo>
                    <a:cubicBezTo>
                      <a:pt x="48260" y="2140471"/>
                      <a:pt x="71120" y="2159521"/>
                      <a:pt x="97790" y="2159521"/>
                    </a:cubicBezTo>
                    <a:lnTo>
                      <a:pt x="2219177" y="2159521"/>
                    </a:lnTo>
                    <a:cubicBezTo>
                      <a:pt x="2249656" y="2159521"/>
                      <a:pt x="2275056" y="2134121"/>
                      <a:pt x="2275056" y="2103641"/>
                    </a:cubicBezTo>
                    <a:lnTo>
                      <a:pt x="2275056" y="99060"/>
                    </a:lnTo>
                    <a:cubicBezTo>
                      <a:pt x="2275056" y="72390"/>
                      <a:pt x="2257276" y="50800"/>
                      <a:pt x="2231876" y="44450"/>
                    </a:cubicBezTo>
                    <a:close/>
                    <a:moveTo>
                      <a:pt x="12700" y="2060461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2177267" y="12700"/>
                    </a:lnTo>
                    <a:cubicBezTo>
                      <a:pt x="2201396" y="12700"/>
                      <a:pt x="2220446" y="31750"/>
                      <a:pt x="2220446" y="55880"/>
                    </a:cubicBezTo>
                    <a:lnTo>
                      <a:pt x="2220446" y="2060461"/>
                    </a:lnTo>
                    <a:cubicBezTo>
                      <a:pt x="2220446" y="2084591"/>
                      <a:pt x="2201396" y="2103641"/>
                      <a:pt x="2177267" y="2103641"/>
                    </a:cubicBezTo>
                    <a:lnTo>
                      <a:pt x="55880" y="2103641"/>
                    </a:lnTo>
                    <a:cubicBezTo>
                      <a:pt x="31750" y="2103641"/>
                      <a:pt x="12700" y="2084591"/>
                      <a:pt x="12700" y="2060461"/>
                    </a:cubicBezTo>
                    <a:close/>
                    <a:moveTo>
                      <a:pt x="2262356" y="2103641"/>
                    </a:moveTo>
                    <a:cubicBezTo>
                      <a:pt x="2262356" y="2127771"/>
                      <a:pt x="2243306" y="2146821"/>
                      <a:pt x="2219177" y="2146821"/>
                    </a:cubicBezTo>
                    <a:lnTo>
                      <a:pt x="97790" y="2146821"/>
                    </a:lnTo>
                    <a:cubicBezTo>
                      <a:pt x="78740" y="2146821"/>
                      <a:pt x="62230" y="2134121"/>
                      <a:pt x="57150" y="2116341"/>
                    </a:cubicBezTo>
                    <a:lnTo>
                      <a:pt x="2177267" y="2116341"/>
                    </a:lnTo>
                    <a:cubicBezTo>
                      <a:pt x="2207746" y="2116341"/>
                      <a:pt x="2233146" y="2090941"/>
                      <a:pt x="2233146" y="2060461"/>
                    </a:cubicBezTo>
                    <a:lnTo>
                      <a:pt x="2233146" y="58420"/>
                    </a:lnTo>
                    <a:cubicBezTo>
                      <a:pt x="2249656" y="64770"/>
                      <a:pt x="2262356" y="80010"/>
                      <a:pt x="2262356" y="99060"/>
                    </a:cubicBezTo>
                    <a:lnTo>
                      <a:pt x="2262356" y="2103641"/>
                    </a:lnTo>
                    <a:close/>
                  </a:path>
                </a:pathLst>
              </a:custGeom>
              <a:solidFill>
                <a:srgbClr val="57FFFF"/>
              </a:solidFill>
            </p:spPr>
          </p:sp>
        </p:grpSp>
        <p:sp>
          <p:nvSpPr>
            <p:cNvPr name="TextBox 56" id="56"/>
            <p:cNvSpPr txBox="true"/>
            <p:nvPr/>
          </p:nvSpPr>
          <p:spPr>
            <a:xfrm rot="0">
              <a:off x="259281" y="540552"/>
              <a:ext cx="1273712" cy="57252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615"/>
                </a:lnSpc>
              </a:pPr>
              <a:r>
                <a:rPr lang="en-US" sz="1242">
                  <a:solidFill>
                    <a:srgbClr val="101010"/>
                  </a:solidFill>
                  <a:latin typeface="Agrandir"/>
                  <a:ea typeface="Agrandir"/>
                  <a:cs typeface="Agrandir"/>
                  <a:sym typeface="Agrandir"/>
                </a:rPr>
                <a:t>Type your idea here.</a:t>
              </a:r>
            </a:p>
          </p:txBody>
        </p:sp>
      </p:grpSp>
      <p:grpSp>
        <p:nvGrpSpPr>
          <p:cNvPr name="Group 57" id="57"/>
          <p:cNvGrpSpPr>
            <a:grpSpLocks noChangeAspect="true"/>
          </p:cNvGrpSpPr>
          <p:nvPr/>
        </p:nvGrpSpPr>
        <p:grpSpPr>
          <a:xfrm rot="0">
            <a:off x="13958372" y="6649144"/>
            <a:ext cx="1060764" cy="1056620"/>
            <a:chOff x="0" y="0"/>
            <a:chExt cx="6502400" cy="647700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116940" y="124149"/>
              <a:ext cx="6262195" cy="6234315"/>
            </a:xfrm>
            <a:custGeom>
              <a:avLst/>
              <a:gdLst/>
              <a:ahLst/>
              <a:cxnLst/>
              <a:rect r="r" b="b" t="t" l="l"/>
              <a:pathLst>
                <a:path h="6234315" w="6262195">
                  <a:moveTo>
                    <a:pt x="3131098" y="32"/>
                  </a:moveTo>
                  <a:cubicBezTo>
                    <a:pt x="2014135" y="-4964"/>
                    <a:pt x="979875" y="588062"/>
                    <a:pt x="419947" y="1554557"/>
                  </a:cubicBezTo>
                  <a:cubicBezTo>
                    <a:pt x="-139982" y="2521051"/>
                    <a:pt x="-139982" y="3713264"/>
                    <a:pt x="419947" y="4679759"/>
                  </a:cubicBezTo>
                  <a:cubicBezTo>
                    <a:pt x="979875" y="5646253"/>
                    <a:pt x="2014135" y="6239279"/>
                    <a:pt x="3131098" y="6234284"/>
                  </a:cubicBezTo>
                  <a:cubicBezTo>
                    <a:pt x="4248061" y="6239279"/>
                    <a:pt x="5282321" y="5646253"/>
                    <a:pt x="5842249" y="4679759"/>
                  </a:cubicBezTo>
                  <a:cubicBezTo>
                    <a:pt x="6402178" y="3713265"/>
                    <a:pt x="6402178" y="2521051"/>
                    <a:pt x="5842249" y="1554557"/>
                  </a:cubicBezTo>
                  <a:cubicBezTo>
                    <a:pt x="5282321" y="588063"/>
                    <a:pt x="4248061" y="-4963"/>
                    <a:pt x="3131098" y="32"/>
                  </a:cubicBezTo>
                  <a:close/>
                </a:path>
              </a:pathLst>
            </a:custGeom>
            <a:blipFill>
              <a:blip r:embed="rId5"/>
              <a:stretch>
                <a:fillRect l="-215336" t="-110973" r="-273112" b="-140719"/>
              </a:stretch>
            </a:blipFill>
          </p:spPr>
        </p:sp>
        <p:sp>
          <p:nvSpPr>
            <p:cNvPr name="Freeform 59" id="59"/>
            <p:cNvSpPr/>
            <p:nvPr/>
          </p:nvSpPr>
          <p:spPr>
            <a:xfrm flipH="false" flipV="false" rot="0">
              <a:off x="73038" y="66269"/>
              <a:ext cx="6350000" cy="6349987"/>
            </a:xfrm>
            <a:custGeom>
              <a:avLst/>
              <a:gdLst/>
              <a:ahLst/>
              <a:cxnLst/>
              <a:rect r="r" b="b" t="t" l="l"/>
              <a:pathLst>
                <a:path h="6349987" w="6350000">
                  <a:moveTo>
                    <a:pt x="3175000" y="6349987"/>
                  </a:moveTo>
                  <a:cubicBezTo>
                    <a:pt x="1424279" y="6349987"/>
                    <a:pt x="0" y="4925733"/>
                    <a:pt x="0" y="3175038"/>
                  </a:cubicBezTo>
                  <a:cubicBezTo>
                    <a:pt x="0" y="1424317"/>
                    <a:pt x="1424292" y="0"/>
                    <a:pt x="3175000" y="0"/>
                  </a:cubicBezTo>
                  <a:cubicBezTo>
                    <a:pt x="4925733" y="0"/>
                    <a:pt x="6350000" y="1424330"/>
                    <a:pt x="6350000" y="3175038"/>
                  </a:cubicBezTo>
                  <a:cubicBezTo>
                    <a:pt x="6350000" y="4925720"/>
                    <a:pt x="4925733" y="6349987"/>
                    <a:pt x="3175000" y="6349987"/>
                  </a:cubicBezTo>
                  <a:close/>
                  <a:moveTo>
                    <a:pt x="3175000" y="115760"/>
                  </a:moveTo>
                  <a:cubicBezTo>
                    <a:pt x="1488135" y="115760"/>
                    <a:pt x="115760" y="1488148"/>
                    <a:pt x="115760" y="3175038"/>
                  </a:cubicBezTo>
                  <a:cubicBezTo>
                    <a:pt x="115760" y="4861915"/>
                    <a:pt x="1488135" y="6234265"/>
                    <a:pt x="3175000" y="6234265"/>
                  </a:cubicBezTo>
                  <a:cubicBezTo>
                    <a:pt x="4861852" y="6234265"/>
                    <a:pt x="6234265" y="4861890"/>
                    <a:pt x="6234265" y="3175038"/>
                  </a:cubicBezTo>
                  <a:cubicBezTo>
                    <a:pt x="6234265" y="1488148"/>
                    <a:pt x="4861852" y="115760"/>
                    <a:pt x="3175000" y="115760"/>
                  </a:cubicBezTo>
                  <a:close/>
                </a:path>
              </a:pathLst>
            </a:custGeom>
            <a:solidFill>
              <a:srgbClr val="FF19CF"/>
            </a:solidFill>
          </p:spPr>
        </p:sp>
      </p:grpSp>
      <p:grpSp>
        <p:nvGrpSpPr>
          <p:cNvPr name="Group 60" id="60"/>
          <p:cNvGrpSpPr/>
          <p:nvPr/>
        </p:nvGrpSpPr>
        <p:grpSpPr>
          <a:xfrm rot="0">
            <a:off x="8276307" y="5364435"/>
            <a:ext cx="4174279" cy="590215"/>
            <a:chOff x="0" y="0"/>
            <a:chExt cx="5565706" cy="786953"/>
          </a:xfrm>
        </p:grpSpPr>
        <p:grpSp>
          <p:nvGrpSpPr>
            <p:cNvPr name="Group 61" id="61"/>
            <p:cNvGrpSpPr/>
            <p:nvPr/>
          </p:nvGrpSpPr>
          <p:grpSpPr>
            <a:xfrm rot="0">
              <a:off x="0" y="0"/>
              <a:ext cx="5565706" cy="786953"/>
              <a:chOff x="0" y="0"/>
              <a:chExt cx="10288594" cy="1454738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31750" y="31750"/>
                <a:ext cx="10223852" cy="1391238"/>
              </a:xfrm>
              <a:custGeom>
                <a:avLst/>
                <a:gdLst/>
                <a:ahLst/>
                <a:cxnLst/>
                <a:rect r="r" b="b" t="t" l="l"/>
                <a:pathLst>
                  <a:path h="1391238" w="10223852">
                    <a:moveTo>
                      <a:pt x="10132384" y="1391238"/>
                    </a:moveTo>
                    <a:lnTo>
                      <a:pt x="92710" y="1391238"/>
                    </a:lnTo>
                    <a:cubicBezTo>
                      <a:pt x="41910" y="1391238"/>
                      <a:pt x="0" y="1349328"/>
                      <a:pt x="0" y="1298528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0131113" y="0"/>
                    </a:lnTo>
                    <a:cubicBezTo>
                      <a:pt x="10181913" y="0"/>
                      <a:pt x="10223824" y="41910"/>
                      <a:pt x="10223824" y="92710"/>
                    </a:cubicBezTo>
                    <a:lnTo>
                      <a:pt x="10223824" y="1297258"/>
                    </a:lnTo>
                    <a:cubicBezTo>
                      <a:pt x="10225094" y="1349328"/>
                      <a:pt x="10183184" y="1391238"/>
                      <a:pt x="10132384" y="1391238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63" id="63"/>
              <p:cNvSpPr/>
              <p:nvPr/>
            </p:nvSpPr>
            <p:spPr>
              <a:xfrm flipH="false" flipV="false" rot="0">
                <a:off x="0" y="0"/>
                <a:ext cx="10288594" cy="1454738"/>
              </a:xfrm>
              <a:custGeom>
                <a:avLst/>
                <a:gdLst/>
                <a:ahLst/>
                <a:cxnLst/>
                <a:rect r="r" b="b" t="t" l="l"/>
                <a:pathLst>
                  <a:path h="1454738" w="10288594">
                    <a:moveTo>
                      <a:pt x="10164134" y="59690"/>
                    </a:moveTo>
                    <a:cubicBezTo>
                      <a:pt x="10199694" y="59690"/>
                      <a:pt x="10228904" y="88900"/>
                      <a:pt x="10228904" y="124460"/>
                    </a:cubicBezTo>
                    <a:lnTo>
                      <a:pt x="10228904" y="1330278"/>
                    </a:lnTo>
                    <a:cubicBezTo>
                      <a:pt x="10228904" y="1365838"/>
                      <a:pt x="10199694" y="1395048"/>
                      <a:pt x="10164134" y="1395048"/>
                    </a:cubicBezTo>
                    <a:lnTo>
                      <a:pt x="124460" y="1395048"/>
                    </a:lnTo>
                    <a:cubicBezTo>
                      <a:pt x="88900" y="1395048"/>
                      <a:pt x="59690" y="1365838"/>
                      <a:pt x="59690" y="1330278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0164134" y="59690"/>
                    </a:lnTo>
                    <a:moveTo>
                      <a:pt x="10164134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1330278"/>
                    </a:lnTo>
                    <a:cubicBezTo>
                      <a:pt x="0" y="1398858"/>
                      <a:pt x="55880" y="1454738"/>
                      <a:pt x="124460" y="1454738"/>
                    </a:cubicBezTo>
                    <a:lnTo>
                      <a:pt x="10164134" y="1454738"/>
                    </a:lnTo>
                    <a:cubicBezTo>
                      <a:pt x="10232713" y="1454738"/>
                      <a:pt x="10288594" y="1398858"/>
                      <a:pt x="10288594" y="1330278"/>
                    </a:cubicBezTo>
                    <a:lnTo>
                      <a:pt x="10288594" y="124460"/>
                    </a:lnTo>
                    <a:cubicBezTo>
                      <a:pt x="10288594" y="55880"/>
                      <a:pt x="10232713" y="0"/>
                      <a:pt x="1016413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TextBox 64" id="64"/>
            <p:cNvSpPr txBox="true"/>
            <p:nvPr/>
          </p:nvSpPr>
          <p:spPr>
            <a:xfrm rot="0">
              <a:off x="1425819" y="127292"/>
              <a:ext cx="2714068" cy="4466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10101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Action 3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8524330" y="5592867"/>
            <a:ext cx="601057" cy="133350"/>
            <a:chOff x="0" y="0"/>
            <a:chExt cx="801409" cy="177800"/>
          </a:xfrm>
        </p:grpSpPr>
        <p:grpSp>
          <p:nvGrpSpPr>
            <p:cNvPr name="Group 66" id="66"/>
            <p:cNvGrpSpPr/>
            <p:nvPr/>
          </p:nvGrpSpPr>
          <p:grpSpPr>
            <a:xfrm rot="0">
              <a:off x="0" y="0"/>
              <a:ext cx="177800" cy="177800"/>
              <a:chOff x="0" y="0"/>
              <a:chExt cx="6350000" cy="6350000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  <p:grpSp>
          <p:nvGrpSpPr>
            <p:cNvPr name="Group 68" id="68"/>
            <p:cNvGrpSpPr/>
            <p:nvPr/>
          </p:nvGrpSpPr>
          <p:grpSpPr>
            <a:xfrm rot="0">
              <a:off x="318909" y="0"/>
              <a:ext cx="177800" cy="177800"/>
              <a:chOff x="0" y="0"/>
              <a:chExt cx="6350000" cy="6350000"/>
            </a:xfrm>
          </p:grpSpPr>
          <p:sp>
            <p:nvSpPr>
              <p:cNvPr name="Freeform 69" id="69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  <p:grpSp>
          <p:nvGrpSpPr>
            <p:cNvPr name="Group 70" id="70"/>
            <p:cNvGrpSpPr/>
            <p:nvPr/>
          </p:nvGrpSpPr>
          <p:grpSpPr>
            <a:xfrm rot="0">
              <a:off x="623609" y="0"/>
              <a:ext cx="177800" cy="177800"/>
              <a:chOff x="0" y="0"/>
              <a:chExt cx="6350000" cy="6350000"/>
            </a:xfrm>
          </p:grpSpPr>
          <p:sp>
            <p:nvSpPr>
              <p:cNvPr name="Freeform 71" id="71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</p:grpSp>
      <p:grpSp>
        <p:nvGrpSpPr>
          <p:cNvPr name="Group 72" id="72"/>
          <p:cNvGrpSpPr/>
          <p:nvPr/>
        </p:nvGrpSpPr>
        <p:grpSpPr>
          <a:xfrm rot="0">
            <a:off x="12880958" y="5364435"/>
            <a:ext cx="4174279" cy="590215"/>
            <a:chOff x="0" y="0"/>
            <a:chExt cx="5565706" cy="786953"/>
          </a:xfrm>
        </p:grpSpPr>
        <p:grpSp>
          <p:nvGrpSpPr>
            <p:cNvPr name="Group 73" id="73"/>
            <p:cNvGrpSpPr/>
            <p:nvPr/>
          </p:nvGrpSpPr>
          <p:grpSpPr>
            <a:xfrm rot="0">
              <a:off x="0" y="0"/>
              <a:ext cx="5565706" cy="786953"/>
              <a:chOff x="0" y="0"/>
              <a:chExt cx="10288594" cy="1454738"/>
            </a:xfrm>
          </p:grpSpPr>
          <p:sp>
            <p:nvSpPr>
              <p:cNvPr name="Freeform 74" id="74"/>
              <p:cNvSpPr/>
              <p:nvPr/>
            </p:nvSpPr>
            <p:spPr>
              <a:xfrm flipH="false" flipV="false" rot="0">
                <a:off x="31750" y="31750"/>
                <a:ext cx="10223852" cy="1391238"/>
              </a:xfrm>
              <a:custGeom>
                <a:avLst/>
                <a:gdLst/>
                <a:ahLst/>
                <a:cxnLst/>
                <a:rect r="r" b="b" t="t" l="l"/>
                <a:pathLst>
                  <a:path h="1391238" w="10223852">
                    <a:moveTo>
                      <a:pt x="10132384" y="1391238"/>
                    </a:moveTo>
                    <a:lnTo>
                      <a:pt x="92710" y="1391238"/>
                    </a:lnTo>
                    <a:cubicBezTo>
                      <a:pt x="41910" y="1391238"/>
                      <a:pt x="0" y="1349328"/>
                      <a:pt x="0" y="1298528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0131113" y="0"/>
                    </a:lnTo>
                    <a:cubicBezTo>
                      <a:pt x="10181913" y="0"/>
                      <a:pt x="10223824" y="41910"/>
                      <a:pt x="10223824" y="92710"/>
                    </a:cubicBezTo>
                    <a:lnTo>
                      <a:pt x="10223824" y="1297258"/>
                    </a:lnTo>
                    <a:cubicBezTo>
                      <a:pt x="10225094" y="1349328"/>
                      <a:pt x="10183184" y="1391238"/>
                      <a:pt x="10132384" y="1391238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75" id="75"/>
              <p:cNvSpPr/>
              <p:nvPr/>
            </p:nvSpPr>
            <p:spPr>
              <a:xfrm flipH="false" flipV="false" rot="0">
                <a:off x="0" y="0"/>
                <a:ext cx="10288594" cy="1454738"/>
              </a:xfrm>
              <a:custGeom>
                <a:avLst/>
                <a:gdLst/>
                <a:ahLst/>
                <a:cxnLst/>
                <a:rect r="r" b="b" t="t" l="l"/>
                <a:pathLst>
                  <a:path h="1454738" w="10288594">
                    <a:moveTo>
                      <a:pt x="10164134" y="59690"/>
                    </a:moveTo>
                    <a:cubicBezTo>
                      <a:pt x="10199694" y="59690"/>
                      <a:pt x="10228904" y="88900"/>
                      <a:pt x="10228904" y="124460"/>
                    </a:cubicBezTo>
                    <a:lnTo>
                      <a:pt x="10228904" y="1330278"/>
                    </a:lnTo>
                    <a:cubicBezTo>
                      <a:pt x="10228904" y="1365838"/>
                      <a:pt x="10199694" y="1395048"/>
                      <a:pt x="10164134" y="1395048"/>
                    </a:cubicBezTo>
                    <a:lnTo>
                      <a:pt x="124460" y="1395048"/>
                    </a:lnTo>
                    <a:cubicBezTo>
                      <a:pt x="88900" y="1395048"/>
                      <a:pt x="59690" y="1365838"/>
                      <a:pt x="59690" y="1330278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0164134" y="59690"/>
                    </a:lnTo>
                    <a:moveTo>
                      <a:pt x="10164134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1330278"/>
                    </a:lnTo>
                    <a:cubicBezTo>
                      <a:pt x="0" y="1398858"/>
                      <a:pt x="55880" y="1454738"/>
                      <a:pt x="124460" y="1454738"/>
                    </a:cubicBezTo>
                    <a:lnTo>
                      <a:pt x="10164134" y="1454738"/>
                    </a:lnTo>
                    <a:cubicBezTo>
                      <a:pt x="10232713" y="1454738"/>
                      <a:pt x="10288594" y="1398858"/>
                      <a:pt x="10288594" y="1330278"/>
                    </a:cubicBezTo>
                    <a:lnTo>
                      <a:pt x="10288594" y="124460"/>
                    </a:lnTo>
                    <a:cubicBezTo>
                      <a:pt x="10288594" y="55880"/>
                      <a:pt x="10232713" y="0"/>
                      <a:pt x="10164134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TextBox 76" id="76"/>
            <p:cNvSpPr txBox="true"/>
            <p:nvPr/>
          </p:nvSpPr>
          <p:spPr>
            <a:xfrm rot="0">
              <a:off x="1425819" y="127292"/>
              <a:ext cx="2714068" cy="44664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520"/>
                </a:lnSpc>
                <a:spcBef>
                  <a:spcPct val="0"/>
                </a:spcBef>
              </a:pPr>
              <a:r>
                <a:rPr lang="en-US" b="true" sz="1800">
                  <a:solidFill>
                    <a:srgbClr val="10101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Action 4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98256" y="3187707"/>
            <a:ext cx="15491489" cy="4909245"/>
            <a:chOff x="0" y="0"/>
            <a:chExt cx="20655318" cy="654566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9525"/>
              <a:ext cx="20655318" cy="521555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049"/>
                </a:lnSpc>
              </a:pPr>
              <a:r>
                <a:rPr lang="en-US" b="true" sz="5499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THE MIND IS JUST LIKE</a:t>
              </a:r>
            </a:p>
            <a:p>
              <a:pPr algn="ctr">
                <a:lnSpc>
                  <a:spcPts val="6049"/>
                </a:lnSpc>
              </a:pPr>
              <a:r>
                <a:rPr lang="en-US" b="true" sz="5499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A MUSCLE — THE MORE YOU EXERCISE IT, THE STRONGER IT GETS AND THE MORE</a:t>
              </a:r>
            </a:p>
            <a:p>
              <a:pPr algn="ctr">
                <a:lnSpc>
                  <a:spcPts val="6050"/>
                </a:lnSpc>
              </a:pPr>
              <a:r>
                <a:rPr lang="en-US" b="true" sz="5499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IT CAN EXPAND.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5984179"/>
              <a:ext cx="20655318" cy="56148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2850"/>
                </a:lnSpc>
                <a:spcBef>
                  <a:spcPct val="0"/>
                </a:spcBef>
              </a:pPr>
              <a:r>
                <a:rPr lang="en-US" b="true" sz="2500" u="none">
                  <a:solidFill>
                    <a:srgbClr val="FF19C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Idowu Koyenikan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3326257" y="952500"/>
            <a:ext cx="393304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June 1,</a:t>
            </a:r>
            <a:r>
              <a:rPr lang="en-US" sz="2400" u="non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2021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952500"/>
            <a:ext cx="393304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MDM Compa</a:t>
            </a:r>
            <a:r>
              <a:rPr lang="en-US" sz="2400" u="non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ny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326257" y="952500"/>
            <a:ext cx="393304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June 1,</a:t>
            </a:r>
            <a:r>
              <a:rPr lang="en-US" sz="2400" u="non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2021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52500"/>
            <a:ext cx="393304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MDM Compa</a:t>
            </a:r>
            <a:r>
              <a:rPr lang="en-US" sz="2400" u="non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ny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2736967" y="3274156"/>
            <a:ext cx="12814067" cy="4680306"/>
            <a:chOff x="0" y="0"/>
            <a:chExt cx="17085423" cy="624040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19050"/>
              <a:ext cx="17085423" cy="48763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3750"/>
                </a:lnSpc>
              </a:pPr>
              <a:r>
                <a:rPr lang="en-US" b="true" sz="12499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THAT'S A WRAP!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5615910"/>
              <a:ext cx="17085423" cy="62449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500"/>
                </a:lnSpc>
                <a:spcBef>
                  <a:spcPct val="0"/>
                </a:spcBef>
              </a:pPr>
              <a:r>
                <a:rPr lang="en-US" b="true" sz="2500">
                  <a:solidFill>
                    <a:srgbClr val="57FFFF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Thank you for participating.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101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011542" y="2511821"/>
            <a:ext cx="5702635" cy="6093875"/>
            <a:chOff x="0" y="0"/>
            <a:chExt cx="11258832" cy="120312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258832" cy="12031265"/>
            </a:xfrm>
            <a:custGeom>
              <a:avLst/>
              <a:gdLst/>
              <a:ahLst/>
              <a:cxnLst/>
              <a:rect r="r" b="b" t="t" l="l"/>
              <a:pathLst>
                <a:path h="12031265" w="11258832">
                  <a:moveTo>
                    <a:pt x="11134372" y="59690"/>
                  </a:moveTo>
                  <a:cubicBezTo>
                    <a:pt x="11169932" y="59690"/>
                    <a:pt x="11199142" y="88900"/>
                    <a:pt x="11199142" y="124460"/>
                  </a:cubicBezTo>
                  <a:lnTo>
                    <a:pt x="11199142" y="11906805"/>
                  </a:lnTo>
                  <a:cubicBezTo>
                    <a:pt x="11199142" y="11942365"/>
                    <a:pt x="11169932" y="11971575"/>
                    <a:pt x="11134372" y="11971575"/>
                  </a:cubicBezTo>
                  <a:lnTo>
                    <a:pt x="124460" y="11971575"/>
                  </a:lnTo>
                  <a:cubicBezTo>
                    <a:pt x="88900" y="11971575"/>
                    <a:pt x="59690" y="11942365"/>
                    <a:pt x="59690" y="11906805"/>
                  </a:cubicBezTo>
                  <a:lnTo>
                    <a:pt x="59690" y="124460"/>
                  </a:lnTo>
                  <a:cubicBezTo>
                    <a:pt x="59690" y="88900"/>
                    <a:pt x="88900" y="59690"/>
                    <a:pt x="124460" y="59690"/>
                  </a:cubicBezTo>
                  <a:lnTo>
                    <a:pt x="11134372" y="59690"/>
                  </a:lnTo>
                  <a:moveTo>
                    <a:pt x="11134372" y="0"/>
                  </a:moveTo>
                  <a:lnTo>
                    <a:pt x="124460" y="0"/>
                  </a:lnTo>
                  <a:cubicBezTo>
                    <a:pt x="55880" y="0"/>
                    <a:pt x="0" y="55880"/>
                    <a:pt x="0" y="124460"/>
                  </a:cubicBezTo>
                  <a:lnTo>
                    <a:pt x="0" y="11906805"/>
                  </a:lnTo>
                  <a:cubicBezTo>
                    <a:pt x="0" y="11975385"/>
                    <a:pt x="55880" y="12031265"/>
                    <a:pt x="124460" y="12031265"/>
                  </a:cubicBezTo>
                  <a:lnTo>
                    <a:pt x="11134372" y="12031265"/>
                  </a:lnTo>
                  <a:cubicBezTo>
                    <a:pt x="11202953" y="12031265"/>
                    <a:pt x="11258832" y="11975385"/>
                    <a:pt x="11258832" y="11906805"/>
                  </a:cubicBezTo>
                  <a:lnTo>
                    <a:pt x="11258832" y="124460"/>
                  </a:lnTo>
                  <a:cubicBezTo>
                    <a:pt x="11258832" y="55880"/>
                    <a:pt x="11202953" y="0"/>
                    <a:pt x="11134372" y="0"/>
                  </a:cubicBezTo>
                  <a:close/>
                </a:path>
              </a:pathLst>
            </a:custGeom>
            <a:solidFill>
              <a:srgbClr val="57FFFF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1011542" y="2511821"/>
            <a:ext cx="5702635" cy="829030"/>
            <a:chOff x="0" y="0"/>
            <a:chExt cx="7603514" cy="1105373"/>
          </a:xfrm>
        </p:grpSpPr>
        <p:grpSp>
          <p:nvGrpSpPr>
            <p:cNvPr name="Group 5" id="5"/>
            <p:cNvGrpSpPr/>
            <p:nvPr/>
          </p:nvGrpSpPr>
          <p:grpSpPr>
            <a:xfrm rot="0">
              <a:off x="0" y="0"/>
              <a:ext cx="7603514" cy="1105373"/>
              <a:chOff x="0" y="0"/>
              <a:chExt cx="11000580" cy="1599227"/>
            </a:xfrm>
          </p:grpSpPr>
          <p:sp>
            <p:nvSpPr>
              <p:cNvPr name="Freeform 6" id="6"/>
              <p:cNvSpPr/>
              <p:nvPr/>
            </p:nvSpPr>
            <p:spPr>
              <a:xfrm flipH="false" flipV="false" rot="0">
                <a:off x="31750" y="31750"/>
                <a:ext cx="10935838" cy="1535727"/>
              </a:xfrm>
              <a:custGeom>
                <a:avLst/>
                <a:gdLst/>
                <a:ahLst/>
                <a:cxnLst/>
                <a:rect r="r" b="b" t="t" l="l"/>
                <a:pathLst>
                  <a:path h="1535727" w="10935838">
                    <a:moveTo>
                      <a:pt x="10844370" y="1535727"/>
                    </a:moveTo>
                    <a:lnTo>
                      <a:pt x="92710" y="1535727"/>
                    </a:lnTo>
                    <a:cubicBezTo>
                      <a:pt x="41910" y="1535727"/>
                      <a:pt x="0" y="1493817"/>
                      <a:pt x="0" y="1443017"/>
                    </a:cubicBezTo>
                    <a:lnTo>
                      <a:pt x="0" y="92710"/>
                    </a:lnTo>
                    <a:cubicBezTo>
                      <a:pt x="0" y="41910"/>
                      <a:pt x="41910" y="0"/>
                      <a:pt x="92710" y="0"/>
                    </a:cubicBezTo>
                    <a:lnTo>
                      <a:pt x="10843099" y="0"/>
                    </a:lnTo>
                    <a:cubicBezTo>
                      <a:pt x="10893899" y="0"/>
                      <a:pt x="10935810" y="41910"/>
                      <a:pt x="10935810" y="92710"/>
                    </a:cubicBezTo>
                    <a:lnTo>
                      <a:pt x="10935810" y="1441747"/>
                    </a:lnTo>
                    <a:cubicBezTo>
                      <a:pt x="10937080" y="1493817"/>
                      <a:pt x="10895170" y="1535727"/>
                      <a:pt x="10844370" y="1535727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7" id="7"/>
              <p:cNvSpPr/>
              <p:nvPr/>
            </p:nvSpPr>
            <p:spPr>
              <a:xfrm flipH="false" flipV="false" rot="0">
                <a:off x="0" y="0"/>
                <a:ext cx="11000580" cy="1599227"/>
              </a:xfrm>
              <a:custGeom>
                <a:avLst/>
                <a:gdLst/>
                <a:ahLst/>
                <a:cxnLst/>
                <a:rect r="r" b="b" t="t" l="l"/>
                <a:pathLst>
                  <a:path h="1599227" w="11000580">
                    <a:moveTo>
                      <a:pt x="10876120" y="59690"/>
                    </a:moveTo>
                    <a:cubicBezTo>
                      <a:pt x="10911680" y="59690"/>
                      <a:pt x="10940890" y="88900"/>
                      <a:pt x="10940890" y="124460"/>
                    </a:cubicBezTo>
                    <a:lnTo>
                      <a:pt x="10940890" y="1474767"/>
                    </a:lnTo>
                    <a:cubicBezTo>
                      <a:pt x="10940890" y="1510327"/>
                      <a:pt x="10911680" y="1539537"/>
                      <a:pt x="10876120" y="1539537"/>
                    </a:cubicBezTo>
                    <a:lnTo>
                      <a:pt x="124460" y="1539537"/>
                    </a:lnTo>
                    <a:cubicBezTo>
                      <a:pt x="88900" y="1539537"/>
                      <a:pt x="59690" y="1510327"/>
                      <a:pt x="59690" y="1474767"/>
                    </a:cubicBezTo>
                    <a:lnTo>
                      <a:pt x="59690" y="124460"/>
                    </a:lnTo>
                    <a:cubicBezTo>
                      <a:pt x="59690" y="88900"/>
                      <a:pt x="88900" y="59690"/>
                      <a:pt x="124460" y="59690"/>
                    </a:cubicBezTo>
                    <a:lnTo>
                      <a:pt x="10876120" y="59690"/>
                    </a:lnTo>
                    <a:moveTo>
                      <a:pt x="10876120" y="0"/>
                    </a:moveTo>
                    <a:lnTo>
                      <a:pt x="124460" y="0"/>
                    </a:lnTo>
                    <a:cubicBezTo>
                      <a:pt x="55880" y="0"/>
                      <a:pt x="0" y="55880"/>
                      <a:pt x="0" y="124460"/>
                    </a:cubicBezTo>
                    <a:lnTo>
                      <a:pt x="0" y="1474767"/>
                    </a:lnTo>
                    <a:cubicBezTo>
                      <a:pt x="0" y="1543347"/>
                      <a:pt x="55880" y="1599227"/>
                      <a:pt x="124460" y="1599227"/>
                    </a:cubicBezTo>
                    <a:lnTo>
                      <a:pt x="10876120" y="1599227"/>
                    </a:lnTo>
                    <a:cubicBezTo>
                      <a:pt x="10944699" y="1599227"/>
                      <a:pt x="11000580" y="1543347"/>
                      <a:pt x="11000580" y="1474767"/>
                    </a:cubicBezTo>
                    <a:lnTo>
                      <a:pt x="11000580" y="124460"/>
                    </a:lnTo>
                    <a:cubicBezTo>
                      <a:pt x="11000580" y="55880"/>
                      <a:pt x="10944699" y="0"/>
                      <a:pt x="1087612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sp>
          <p:nvSpPr>
            <p:cNvPr name="TextBox 8" id="8"/>
            <p:cNvSpPr txBox="true"/>
            <p:nvPr/>
          </p:nvSpPr>
          <p:spPr>
            <a:xfrm rot="0">
              <a:off x="1664349" y="252967"/>
              <a:ext cx="4684086" cy="54229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40"/>
                </a:lnSpc>
              </a:pPr>
              <a:r>
                <a:rPr lang="en-US" b="true" sz="2400">
                  <a:solidFill>
                    <a:srgbClr val="101010"/>
                  </a:solidFill>
                  <a:latin typeface="Agrandir Bold"/>
                  <a:ea typeface="Agrandir Bold"/>
                  <a:cs typeface="Agrandir Bold"/>
                  <a:sym typeface="Agrandir Bold"/>
                </a:rPr>
                <a:t>Icons and Illustrations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2384475" y="6772809"/>
            <a:ext cx="1249010" cy="1185580"/>
            <a:chOff x="0" y="0"/>
            <a:chExt cx="1665346" cy="1580774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1665346" cy="1580774"/>
              <a:chOff x="0" y="0"/>
              <a:chExt cx="2275056" cy="2159521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57150" y="58420"/>
                <a:ext cx="2205206" cy="2088401"/>
              </a:xfrm>
              <a:custGeom>
                <a:avLst/>
                <a:gdLst/>
                <a:ahLst/>
                <a:cxnLst/>
                <a:rect r="r" b="b" t="t" l="l"/>
                <a:pathLst>
                  <a:path h="2088401" w="2205206">
                    <a:moveTo>
                      <a:pt x="2120117" y="2057921"/>
                    </a:moveTo>
                    <a:lnTo>
                      <a:pt x="0" y="2057921"/>
                    </a:lnTo>
                    <a:cubicBezTo>
                      <a:pt x="5080" y="2075701"/>
                      <a:pt x="21590" y="2088401"/>
                      <a:pt x="40640" y="2088401"/>
                    </a:cubicBezTo>
                    <a:lnTo>
                      <a:pt x="2162027" y="2088401"/>
                    </a:lnTo>
                    <a:cubicBezTo>
                      <a:pt x="2186156" y="2088401"/>
                      <a:pt x="2205206" y="2069351"/>
                      <a:pt x="2205206" y="2045221"/>
                    </a:cubicBezTo>
                    <a:lnTo>
                      <a:pt x="2205206" y="40640"/>
                    </a:lnTo>
                    <a:cubicBezTo>
                      <a:pt x="2205206" y="21590"/>
                      <a:pt x="2192506" y="6350"/>
                      <a:pt x="2175996" y="0"/>
                    </a:cubicBezTo>
                    <a:lnTo>
                      <a:pt x="2175996" y="2002041"/>
                    </a:lnTo>
                    <a:cubicBezTo>
                      <a:pt x="2175996" y="2032521"/>
                      <a:pt x="2150596" y="2057921"/>
                      <a:pt x="2120117" y="2057921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  <p:sp>
            <p:nvSpPr>
              <p:cNvPr name="Freeform 12" id="12"/>
              <p:cNvSpPr/>
              <p:nvPr/>
            </p:nvSpPr>
            <p:spPr>
              <a:xfrm flipH="false" flipV="false" rot="0">
                <a:off x="12700" y="12700"/>
                <a:ext cx="2207746" cy="2090941"/>
              </a:xfrm>
              <a:custGeom>
                <a:avLst/>
                <a:gdLst/>
                <a:ahLst/>
                <a:cxnLst/>
                <a:rect r="r" b="b" t="t" l="l"/>
                <a:pathLst>
                  <a:path h="2090941" w="2207746">
                    <a:moveTo>
                      <a:pt x="43180" y="2090941"/>
                    </a:moveTo>
                    <a:lnTo>
                      <a:pt x="2164567" y="2090941"/>
                    </a:lnTo>
                    <a:cubicBezTo>
                      <a:pt x="2188696" y="2090941"/>
                      <a:pt x="2207746" y="2071891"/>
                      <a:pt x="2207746" y="2047761"/>
                    </a:cubicBezTo>
                    <a:lnTo>
                      <a:pt x="2207746" y="43180"/>
                    </a:lnTo>
                    <a:cubicBezTo>
                      <a:pt x="2207746" y="19050"/>
                      <a:pt x="2188696" y="0"/>
                      <a:pt x="2164567" y="0"/>
                    </a:cubicBezTo>
                    <a:lnTo>
                      <a:pt x="43180" y="0"/>
                    </a:lnTo>
                    <a:cubicBezTo>
                      <a:pt x="19050" y="0"/>
                      <a:pt x="0" y="19050"/>
                      <a:pt x="0" y="43180"/>
                    </a:cubicBezTo>
                    <a:lnTo>
                      <a:pt x="0" y="2047761"/>
                    </a:lnTo>
                    <a:cubicBezTo>
                      <a:pt x="0" y="2071891"/>
                      <a:pt x="19050" y="2090941"/>
                      <a:pt x="43180" y="2090941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275056" cy="2159521"/>
              </a:xfrm>
              <a:custGeom>
                <a:avLst/>
                <a:gdLst/>
                <a:ahLst/>
                <a:cxnLst/>
                <a:rect r="r" b="b" t="t" l="l"/>
                <a:pathLst>
                  <a:path h="2159521" w="2275056">
                    <a:moveTo>
                      <a:pt x="2231876" y="44450"/>
                    </a:moveTo>
                    <a:cubicBezTo>
                      <a:pt x="2226796" y="19050"/>
                      <a:pt x="2203936" y="0"/>
                      <a:pt x="2177266" y="0"/>
                    </a:cubicBezTo>
                    <a:lnTo>
                      <a:pt x="55880" y="0"/>
                    </a:lnTo>
                    <a:cubicBezTo>
                      <a:pt x="25400" y="0"/>
                      <a:pt x="0" y="25400"/>
                      <a:pt x="0" y="55880"/>
                    </a:cubicBezTo>
                    <a:lnTo>
                      <a:pt x="0" y="2060461"/>
                    </a:lnTo>
                    <a:cubicBezTo>
                      <a:pt x="0" y="2087131"/>
                      <a:pt x="17780" y="2108721"/>
                      <a:pt x="43180" y="2115071"/>
                    </a:cubicBezTo>
                    <a:cubicBezTo>
                      <a:pt x="48260" y="2140471"/>
                      <a:pt x="71120" y="2159521"/>
                      <a:pt x="97790" y="2159521"/>
                    </a:cubicBezTo>
                    <a:lnTo>
                      <a:pt x="2219177" y="2159521"/>
                    </a:lnTo>
                    <a:cubicBezTo>
                      <a:pt x="2249656" y="2159521"/>
                      <a:pt x="2275056" y="2134121"/>
                      <a:pt x="2275056" y="2103641"/>
                    </a:cubicBezTo>
                    <a:lnTo>
                      <a:pt x="2275056" y="99060"/>
                    </a:lnTo>
                    <a:cubicBezTo>
                      <a:pt x="2275056" y="72390"/>
                      <a:pt x="2257276" y="50800"/>
                      <a:pt x="2231876" y="44450"/>
                    </a:cubicBezTo>
                    <a:close/>
                    <a:moveTo>
                      <a:pt x="12700" y="2060461"/>
                    </a:moveTo>
                    <a:lnTo>
                      <a:pt x="12700" y="55880"/>
                    </a:lnTo>
                    <a:cubicBezTo>
                      <a:pt x="12700" y="31750"/>
                      <a:pt x="31750" y="12700"/>
                      <a:pt x="55880" y="12700"/>
                    </a:cubicBezTo>
                    <a:lnTo>
                      <a:pt x="2177267" y="12700"/>
                    </a:lnTo>
                    <a:cubicBezTo>
                      <a:pt x="2201396" y="12700"/>
                      <a:pt x="2220446" y="31750"/>
                      <a:pt x="2220446" y="55880"/>
                    </a:cubicBezTo>
                    <a:lnTo>
                      <a:pt x="2220446" y="2060461"/>
                    </a:lnTo>
                    <a:cubicBezTo>
                      <a:pt x="2220446" y="2084591"/>
                      <a:pt x="2201396" y="2103641"/>
                      <a:pt x="2177267" y="2103641"/>
                    </a:cubicBezTo>
                    <a:lnTo>
                      <a:pt x="55880" y="2103641"/>
                    </a:lnTo>
                    <a:cubicBezTo>
                      <a:pt x="31750" y="2103641"/>
                      <a:pt x="12700" y="2084591"/>
                      <a:pt x="12700" y="2060461"/>
                    </a:cubicBezTo>
                    <a:close/>
                    <a:moveTo>
                      <a:pt x="2262356" y="2103641"/>
                    </a:moveTo>
                    <a:cubicBezTo>
                      <a:pt x="2262356" y="2127771"/>
                      <a:pt x="2243306" y="2146821"/>
                      <a:pt x="2219177" y="2146821"/>
                    </a:cubicBezTo>
                    <a:lnTo>
                      <a:pt x="97790" y="2146821"/>
                    </a:lnTo>
                    <a:cubicBezTo>
                      <a:pt x="78740" y="2146821"/>
                      <a:pt x="62230" y="2134121"/>
                      <a:pt x="57150" y="2116341"/>
                    </a:cubicBezTo>
                    <a:lnTo>
                      <a:pt x="2177267" y="2116341"/>
                    </a:lnTo>
                    <a:cubicBezTo>
                      <a:pt x="2207746" y="2116341"/>
                      <a:pt x="2233146" y="2090941"/>
                      <a:pt x="2233146" y="2060461"/>
                    </a:cubicBezTo>
                    <a:lnTo>
                      <a:pt x="2233146" y="58420"/>
                    </a:lnTo>
                    <a:cubicBezTo>
                      <a:pt x="2249656" y="64770"/>
                      <a:pt x="2262356" y="80010"/>
                      <a:pt x="2262356" y="99060"/>
                    </a:cubicBezTo>
                    <a:lnTo>
                      <a:pt x="2262356" y="2103641"/>
                    </a:ln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name="TextBox 14" id="14"/>
            <p:cNvSpPr txBox="true"/>
            <p:nvPr/>
          </p:nvSpPr>
          <p:spPr>
            <a:xfrm rot="0">
              <a:off x="240919" y="489373"/>
              <a:ext cx="1183509" cy="5448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1500"/>
                </a:lnSpc>
              </a:pPr>
              <a:r>
                <a:rPr lang="en-US" sz="1154">
                  <a:solidFill>
                    <a:srgbClr val="101010"/>
                  </a:solidFill>
                  <a:latin typeface="Agrandir"/>
                  <a:ea typeface="Agrandir"/>
                  <a:cs typeface="Agrandir"/>
                  <a:sym typeface="Agrandir"/>
                </a:rPr>
                <a:t>Type your idea here.</a:t>
              </a: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3326257" y="952500"/>
            <a:ext cx="393304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June 1,</a:t>
            </a:r>
            <a:r>
              <a:rPr lang="en-US" sz="2400" u="non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2021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952500"/>
            <a:ext cx="3933043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</a:pPr>
            <a:r>
              <a:rPr lang="en-US" sz="2400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MDM Compa</a:t>
            </a:r>
            <a:r>
              <a:rPr lang="en-US" sz="2400" u="none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ny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591408" y="3454123"/>
            <a:ext cx="8711915" cy="4216272"/>
            <a:chOff x="0" y="0"/>
            <a:chExt cx="11615887" cy="5621696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-9525"/>
              <a:ext cx="11615887" cy="419297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050"/>
                </a:lnSpc>
              </a:pPr>
              <a:r>
                <a:rPr lang="en-US" b="true" sz="5499">
                  <a:solidFill>
                    <a:srgbClr val="FFFFFF"/>
                  </a:solidFill>
                  <a:latin typeface="Horizon"/>
                  <a:ea typeface="Horizon"/>
                  <a:cs typeface="Horizon"/>
                  <a:sym typeface="Horizon"/>
                </a:rPr>
                <a:t>ICONS AND ILLUSTRATIONS RESOURCE PAGE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4595970"/>
              <a:ext cx="11615887" cy="10257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Us</a:t>
              </a:r>
              <a:r>
                <a:rPr lang="en-US" sz="21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e these free recolorable icons and</a:t>
              </a:r>
            </a:p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illustrat</a:t>
              </a:r>
              <a:r>
                <a:rPr lang="en-US" sz="2100" u="none">
                  <a:solidFill>
                    <a:srgbClr val="FFFFFF"/>
                  </a:solidFill>
                  <a:latin typeface="Agrandir"/>
                  <a:ea typeface="Agrandir"/>
                  <a:cs typeface="Agrandir"/>
                  <a:sym typeface="Agrandir"/>
                </a:rPr>
                <a:t>ions in your Canva design.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1334046" y="2859661"/>
            <a:ext cx="601057" cy="133350"/>
            <a:chOff x="0" y="0"/>
            <a:chExt cx="801409" cy="1778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177800" cy="177800"/>
              <a:chOff x="0" y="0"/>
              <a:chExt cx="6350000" cy="63500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  <p:grpSp>
          <p:nvGrpSpPr>
            <p:cNvPr name="Group 23" id="23"/>
            <p:cNvGrpSpPr/>
            <p:nvPr/>
          </p:nvGrpSpPr>
          <p:grpSpPr>
            <a:xfrm rot="0">
              <a:off x="311805" y="0"/>
              <a:ext cx="177800" cy="177800"/>
              <a:chOff x="0" y="0"/>
              <a:chExt cx="6350000" cy="63500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  <p:grpSp>
          <p:nvGrpSpPr>
            <p:cNvPr name="Group 25" id="25"/>
            <p:cNvGrpSpPr/>
            <p:nvPr/>
          </p:nvGrpSpPr>
          <p:grpSpPr>
            <a:xfrm rot="0">
              <a:off x="623609" y="0"/>
              <a:ext cx="177800" cy="177800"/>
              <a:chOff x="0" y="0"/>
              <a:chExt cx="6350000" cy="63500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101010"/>
              </a:solidFill>
            </p:spPr>
          </p:sp>
        </p:grpSp>
      </p:grpSp>
      <p:grpSp>
        <p:nvGrpSpPr>
          <p:cNvPr name="Group 27" id="27"/>
          <p:cNvGrpSpPr/>
          <p:nvPr/>
        </p:nvGrpSpPr>
        <p:grpSpPr>
          <a:xfrm rot="0">
            <a:off x="12564696" y="3997424"/>
            <a:ext cx="888568" cy="888568"/>
            <a:chOff x="0" y="0"/>
            <a:chExt cx="1184758" cy="1184758"/>
          </a:xfrm>
        </p:grpSpPr>
        <p:grpSp>
          <p:nvGrpSpPr>
            <p:cNvPr name="Group 28" id="28"/>
            <p:cNvGrpSpPr>
              <a:grpSpLocks noChangeAspect="true"/>
            </p:cNvGrpSpPr>
            <p:nvPr/>
          </p:nvGrpSpPr>
          <p:grpSpPr>
            <a:xfrm rot="0">
              <a:off x="0" y="0"/>
              <a:ext cx="1184758" cy="1184758"/>
              <a:chOff x="-2540" y="-2540"/>
              <a:chExt cx="6355080" cy="635508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r="r" b="b" t="t" l="l"/>
                <a:pathLst>
                  <a:path h="6355080" w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57FFFF"/>
              </a:solidFill>
            </p:spPr>
          </p:sp>
        </p:grpSp>
        <p:sp>
          <p:nvSpPr>
            <p:cNvPr name="Freeform 30" id="30"/>
            <p:cNvSpPr/>
            <p:nvPr/>
          </p:nvSpPr>
          <p:spPr>
            <a:xfrm flipH="false" flipV="false" rot="0">
              <a:off x="280869" y="287099"/>
              <a:ext cx="623020" cy="610559"/>
            </a:xfrm>
            <a:custGeom>
              <a:avLst/>
              <a:gdLst/>
              <a:ahLst/>
              <a:cxnLst/>
              <a:rect r="r" b="b" t="t" l="l"/>
              <a:pathLst>
                <a:path h="610559" w="623020">
                  <a:moveTo>
                    <a:pt x="0" y="0"/>
                  </a:moveTo>
                  <a:lnTo>
                    <a:pt x="623020" y="0"/>
                  </a:lnTo>
                  <a:lnTo>
                    <a:pt x="623020" y="610559"/>
                  </a:lnTo>
                  <a:lnTo>
                    <a:pt x="0" y="61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l="0" t="0" r="0" b="0"/>
              </a:stretch>
            </a:blip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14525173" y="3997424"/>
            <a:ext cx="888568" cy="888568"/>
            <a:chOff x="0" y="0"/>
            <a:chExt cx="1184758" cy="1184758"/>
          </a:xfrm>
        </p:grpSpPr>
        <p:grpSp>
          <p:nvGrpSpPr>
            <p:cNvPr name="Group 32" id="32"/>
            <p:cNvGrpSpPr>
              <a:grpSpLocks noChangeAspect="true"/>
            </p:cNvGrpSpPr>
            <p:nvPr/>
          </p:nvGrpSpPr>
          <p:grpSpPr>
            <a:xfrm rot="0">
              <a:off x="0" y="0"/>
              <a:ext cx="1184758" cy="1184758"/>
              <a:chOff x="-2540" y="-2540"/>
              <a:chExt cx="6355080" cy="635508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-2540" y="-2540"/>
                <a:ext cx="6355080" cy="6355080"/>
              </a:xfrm>
              <a:custGeom>
                <a:avLst/>
                <a:gdLst/>
                <a:ahLst/>
                <a:cxnLst/>
                <a:rect r="r" b="b" t="t" l="l"/>
                <a:pathLst>
                  <a:path h="6355080" w="6355080">
                    <a:moveTo>
                      <a:pt x="3177540" y="6355080"/>
                    </a:moveTo>
                    <a:cubicBezTo>
                      <a:pt x="2329180" y="6355080"/>
                      <a:pt x="1530350" y="6024880"/>
                      <a:pt x="930910" y="5424170"/>
                    </a:cubicBezTo>
                    <a:cubicBezTo>
                      <a:pt x="330200" y="4824730"/>
                      <a:pt x="0" y="4025900"/>
                      <a:pt x="0" y="3177540"/>
                    </a:cubicBezTo>
                    <a:cubicBezTo>
                      <a:pt x="0" y="2329180"/>
                      <a:pt x="330200" y="1530350"/>
                      <a:pt x="930910" y="930910"/>
                    </a:cubicBezTo>
                    <a:cubicBezTo>
                      <a:pt x="1530350" y="330200"/>
                      <a:pt x="2329180" y="0"/>
                      <a:pt x="3177540" y="0"/>
                    </a:cubicBezTo>
                    <a:cubicBezTo>
                      <a:pt x="4025900" y="0"/>
                      <a:pt x="4824730" y="330200"/>
                      <a:pt x="5424170" y="930910"/>
                    </a:cubicBezTo>
                    <a:cubicBezTo>
                      <a:pt x="6024880" y="1531620"/>
                      <a:pt x="6355080" y="2329180"/>
                      <a:pt x="6355080" y="3177540"/>
                    </a:cubicBezTo>
                    <a:cubicBezTo>
                      <a:pt x="6355080" y="4025900"/>
                      <a:pt x="6024880" y="4824730"/>
                      <a:pt x="5424170" y="5424170"/>
                    </a:cubicBezTo>
                    <a:cubicBezTo>
                      <a:pt x="4824730" y="6024880"/>
                      <a:pt x="4025900" y="6355080"/>
                      <a:pt x="3177540" y="6355080"/>
                    </a:cubicBezTo>
                    <a:close/>
                    <a:moveTo>
                      <a:pt x="3177540" y="190500"/>
                    </a:moveTo>
                    <a:cubicBezTo>
                      <a:pt x="2379980" y="190500"/>
                      <a:pt x="1629410" y="501650"/>
                      <a:pt x="1065530" y="1065530"/>
                    </a:cubicBezTo>
                    <a:cubicBezTo>
                      <a:pt x="501650" y="1629410"/>
                      <a:pt x="190500" y="2379980"/>
                      <a:pt x="190500" y="3177540"/>
                    </a:cubicBezTo>
                    <a:cubicBezTo>
                      <a:pt x="190500" y="3975100"/>
                      <a:pt x="501650" y="4725670"/>
                      <a:pt x="1065530" y="5289550"/>
                    </a:cubicBezTo>
                    <a:cubicBezTo>
                      <a:pt x="1629410" y="5853430"/>
                      <a:pt x="2379980" y="6164580"/>
                      <a:pt x="3177540" y="6164580"/>
                    </a:cubicBezTo>
                    <a:cubicBezTo>
                      <a:pt x="3975100" y="6164580"/>
                      <a:pt x="4725670" y="5853430"/>
                      <a:pt x="5289550" y="5289550"/>
                    </a:cubicBezTo>
                    <a:cubicBezTo>
                      <a:pt x="5853430" y="4725670"/>
                      <a:pt x="6164580" y="3975100"/>
                      <a:pt x="6164580" y="3177540"/>
                    </a:cubicBezTo>
                    <a:cubicBezTo>
                      <a:pt x="6164580" y="2379980"/>
                      <a:pt x="5853430" y="1629410"/>
                      <a:pt x="5289550" y="1065530"/>
                    </a:cubicBezTo>
                    <a:cubicBezTo>
                      <a:pt x="4725670" y="501650"/>
                      <a:pt x="3975100" y="190500"/>
                      <a:pt x="3177540" y="190500"/>
                    </a:cubicBezTo>
                    <a:close/>
                  </a:path>
                </a:pathLst>
              </a:custGeom>
              <a:solidFill>
                <a:srgbClr val="FF19CF"/>
              </a:solidFill>
            </p:spPr>
          </p:sp>
        </p:grpSp>
        <p:sp>
          <p:nvSpPr>
            <p:cNvPr name="Freeform 34" id="34"/>
            <p:cNvSpPr/>
            <p:nvPr/>
          </p:nvSpPr>
          <p:spPr>
            <a:xfrm flipH="false" flipV="false" rot="0">
              <a:off x="280869" y="287099"/>
              <a:ext cx="623020" cy="610559"/>
            </a:xfrm>
            <a:custGeom>
              <a:avLst/>
              <a:gdLst/>
              <a:ahLst/>
              <a:cxnLst/>
              <a:rect r="r" b="b" t="t" l="l"/>
              <a:pathLst>
                <a:path h="610559" w="623020">
                  <a:moveTo>
                    <a:pt x="0" y="0"/>
                  </a:moveTo>
                  <a:lnTo>
                    <a:pt x="623020" y="0"/>
                  </a:lnTo>
                  <a:lnTo>
                    <a:pt x="623020" y="610559"/>
                  </a:lnTo>
                  <a:lnTo>
                    <a:pt x="0" y="6105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4290443" y="5497920"/>
            <a:ext cx="1358029" cy="791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22"/>
              </a:lnSpc>
            </a:pPr>
            <a:r>
              <a:rPr lang="en-US" sz="3653">
                <a:solidFill>
                  <a:srgbClr val="FF19CF"/>
                </a:solidFill>
                <a:latin typeface="Nickainley"/>
                <a:ea typeface="Nickainley"/>
                <a:cs typeface="Nickainley"/>
                <a:sym typeface="Nickainley"/>
              </a:rPr>
              <a:t>This is</a:t>
            </a:r>
          </a:p>
          <a:p>
            <a:pPr algn="ctr">
              <a:lnSpc>
                <a:spcPts val="2922"/>
              </a:lnSpc>
              <a:spcBef>
                <a:spcPct val="0"/>
              </a:spcBef>
            </a:pPr>
            <a:r>
              <a:rPr lang="en-US" sz="3653">
                <a:solidFill>
                  <a:srgbClr val="FF19CF"/>
                </a:solidFill>
                <a:latin typeface="Nickainley"/>
                <a:ea typeface="Nickainley"/>
                <a:cs typeface="Nickainley"/>
                <a:sym typeface="Nickainley"/>
              </a:rPr>
              <a:t>great!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077247" y="5636591"/>
            <a:ext cx="1863466" cy="571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10"/>
              </a:lnSpc>
              <a:spcBef>
                <a:spcPct val="0"/>
              </a:spcBef>
            </a:pPr>
            <a:r>
              <a:rPr lang="en-US" sz="5012">
                <a:solidFill>
                  <a:srgbClr val="57FFFF"/>
                </a:solidFill>
                <a:latin typeface="Nickainley"/>
                <a:ea typeface="Nickainley"/>
                <a:cs typeface="Nickainley"/>
                <a:sym typeface="Nickainley"/>
              </a:rPr>
              <a:t>Yes!</a:t>
            </a:r>
          </a:p>
        </p:txBody>
      </p:sp>
      <p:grpSp>
        <p:nvGrpSpPr>
          <p:cNvPr name="Group 37" id="37"/>
          <p:cNvGrpSpPr/>
          <p:nvPr/>
        </p:nvGrpSpPr>
        <p:grpSpPr>
          <a:xfrm rot="0">
            <a:off x="14812684" y="7232250"/>
            <a:ext cx="601057" cy="133350"/>
            <a:chOff x="0" y="0"/>
            <a:chExt cx="801409" cy="177800"/>
          </a:xfrm>
        </p:grpSpPr>
        <p:grpSp>
          <p:nvGrpSpPr>
            <p:cNvPr name="Group 38" id="38"/>
            <p:cNvGrpSpPr/>
            <p:nvPr/>
          </p:nvGrpSpPr>
          <p:grpSpPr>
            <a:xfrm rot="0">
              <a:off x="0" y="0"/>
              <a:ext cx="177800" cy="177800"/>
              <a:chOff x="0" y="0"/>
              <a:chExt cx="6350000" cy="6350000"/>
            </a:xfrm>
          </p:grpSpPr>
          <p:sp>
            <p:nvSpPr>
              <p:cNvPr name="Freeform 39" id="39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40" id="40"/>
            <p:cNvGrpSpPr/>
            <p:nvPr/>
          </p:nvGrpSpPr>
          <p:grpSpPr>
            <a:xfrm rot="0">
              <a:off x="311805" y="0"/>
              <a:ext cx="177800" cy="177800"/>
              <a:chOff x="0" y="0"/>
              <a:chExt cx="6350000" cy="6350000"/>
            </a:xfrm>
          </p:grpSpPr>
          <p:sp>
            <p:nvSpPr>
              <p:cNvPr name="Freeform 41" id="41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  <p:grpSp>
          <p:nvGrpSpPr>
            <p:cNvPr name="Group 42" id="42"/>
            <p:cNvGrpSpPr/>
            <p:nvPr/>
          </p:nvGrpSpPr>
          <p:grpSpPr>
            <a:xfrm rot="0">
              <a:off x="623609" y="0"/>
              <a:ext cx="177800" cy="177800"/>
              <a:chOff x="0" y="0"/>
              <a:chExt cx="6350000" cy="6350000"/>
            </a:xfrm>
          </p:grpSpPr>
          <p:sp>
            <p:nvSpPr>
              <p:cNvPr name="Freeform 43" id="43"/>
              <p:cNvSpPr/>
              <p:nvPr/>
            </p:nvSpPr>
            <p:spPr>
              <a:xfrm flipH="false" flipV="false" rot="0">
                <a:off x="0" y="0"/>
                <a:ext cx="6350000" cy="6350000"/>
              </a:xfrm>
              <a:custGeom>
                <a:avLst/>
                <a:gdLst/>
                <a:ahLst/>
                <a:cxnLst/>
                <a:rect r="r" b="b" t="t" l="l"/>
                <a:pathLst>
                  <a:path h="6350000" w="6350000">
                    <a:moveTo>
                      <a:pt x="3175000" y="0"/>
                    </a:moveTo>
                    <a:cubicBezTo>
                      <a:pt x="1421496" y="0"/>
                      <a:pt x="0" y="1421496"/>
                      <a:pt x="0" y="3175000"/>
                    </a:cubicBezTo>
                    <a:cubicBezTo>
                      <a:pt x="0" y="4928504"/>
                      <a:pt x="1421496" y="6350000"/>
                      <a:pt x="3175000" y="6350000"/>
                    </a:cubicBezTo>
                    <a:cubicBezTo>
                      <a:pt x="4928504" y="6350000"/>
                      <a:pt x="6350000" y="4928504"/>
                      <a:pt x="6350000" y="3175000"/>
                    </a:cubicBezTo>
                    <a:cubicBezTo>
                      <a:pt x="6350000" y="1421496"/>
                      <a:pt x="4928504" y="0"/>
                      <a:pt x="3175000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DAHMLMdxX0Y</dc:identifier>
  <dcterms:modified xsi:type="dcterms:W3CDTF">2011-08-01T06:04:30Z</dcterms:modified>
  <cp:revision>1</cp:revision>
  <dc:title>Dark Mode Digital Brainstorm Presentation</dc:title>
</cp:coreProperties>
</file>