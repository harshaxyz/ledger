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Ledger: Privacy-First Offline Expense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First-Year CSE Project Presentation</a:t>
            </a:r>
          </a:p>
          <a:p>
            <a:r>
              <a:t>Team Members:</a:t>
            </a:r>
          </a:p>
          <a:p>
            <a:r>
              <a:t>Member 1 (USN) | Member 2 (USN) | Member 3 (USN)</a:t>
            </a:r>
          </a:p>
          <a:p>
            <a:r>
              <a:t>Member 4 (USN) | Member 5 (USN) | Member 6 (USN)</a:t>
            </a:r>
          </a:p>
          <a:p/>
          <a:p>
            <a:r>
              <a:t>Department of Computer Science and Engineering</a:t>
            </a:r>
          </a:p>
          <a:p>
            <a:r>
              <a:t>College Name</a:t>
            </a:r>
          </a:p>
          <a:p>
            <a:r>
              <a:t>Guide: Guide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Background: Personal finance tracking is increasingly digitized, yet many users are skeptical about data privacy and cloud dependency.</a:t>
            </a:r>
          </a:p>
          <a:p>
            <a:r>
              <a:t>• Need: A fast, offline-capable expense tracker that requires zero cloud connectivity or user authentication.</a:t>
            </a:r>
          </a:p>
          <a:p>
            <a:r>
              <a:t>• Significance: Encourages financial literacy by lowering the barrier to entry while ensuring zero data harvesting and complete user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Description: Most modern expense trackers (e.g., Mint, YNAB) force users into cloud ecosystems, exposing sensitive financial data to corporate servers, advertisers, or breaches.</a:t>
            </a:r>
          </a:p>
          <a:p>
            <a:r>
              <a:t>• Motivation: To build a solution that entirely operates on the local device, solving the privacy flaw while maintaining modern features like analytics, gamification, and insights locally.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 1: Develop an offline-first PWA (Progressive Web App) for tracking daily income and expenses without any backend database.</a:t>
            </a:r>
          </a:p>
          <a:p>
            <a:r>
              <a:t>• Objective 2: Implement smart budgeting with real-time warnings and visual dashboards entirely via LocalStorage.</a:t>
            </a:r>
          </a:p>
          <a:p>
            <a:r>
              <a:t>• Objective 3: Integrate gamification (streaks) and privacy-centric coaching without storing data externally.</a:t>
            </a:r>
          </a:p>
          <a:p>
            <a:r>
              <a:t>• Expected Outcome: A robust, zero-latency financial dashboard that rivals premium apps but respects user privacy.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286000"/>
                <a:gridCol w="2286000"/>
              </a:tblGrid>
              <a:tr h="571500">
                <a:tc>
                  <a:txBody>
                    <a:bodyPr/>
                    <a:lstStyle/>
                    <a:p>
                      <a:r>
                        <a:t>Author/Year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Existing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Limitations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Intuit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Mint / Cloud Trackers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Aggregated cloud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selling, mandatory internet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YNAB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Zero-based budgeting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Effective saving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subscription cost, cloud sync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Expensify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Corporate expense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Automated receipt scanning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Bloated for personal use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Current Solutions: Mint, YNAB, Spendee, Wallet.</a:t>
            </a:r>
          </a:p>
          <a:p>
            <a:r>
              <a:t>• Advantages: Cross-device sync, bank account integration, community support.</a:t>
            </a:r>
          </a:p>
          <a:p>
            <a:r>
              <a:t>• Limitations:</a:t>
            </a:r>
          </a:p>
          <a:p>
            <a:r>
              <a:t>  - Requires mandatory account creation.</a:t>
            </a:r>
          </a:p>
          <a:p>
            <a:r>
              <a:t>  - Financial data is stored on remote servers.</a:t>
            </a:r>
          </a:p>
          <a:p>
            <a:r>
              <a:t>  - Not usable without an internet connection.</a:t>
            </a:r>
          </a:p>
          <a:p>
            <a:r>
              <a:t>  - Prone to latency, loading screens, and server downtimes.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Overview: 'Ledger' is a purely client-side React PWA that handles all logic within the browser.</a:t>
            </a:r>
          </a:p>
          <a:p>
            <a:r>
              <a:t>• Features:</a:t>
            </a:r>
          </a:p>
          <a:p>
            <a:r>
              <a:t>  - Instant transactions, offline history.</a:t>
            </a:r>
          </a:p>
          <a:p>
            <a:r>
              <a:t>  - Spending insights, sparkline trends, and category analysis.</a:t>
            </a:r>
          </a:p>
          <a:p>
            <a:r>
              <a:t>  - Streak gamification to encourage daily logging.</a:t>
            </a:r>
          </a:p>
          <a:p>
            <a:r>
              <a:t>  - Safe local data export (JSON backup).</a:t>
            </a:r>
          </a:p>
          <a:p>
            <a:r>
              <a:t>• Benefits: Absolute privacy, zero loading times, free forever, installable on mobile via PWA.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Step 1: Requirement Analysis - Identify core features (Tracking, Budgets, AI, PWA).</a:t>
            </a:r>
          </a:p>
          <a:p>
            <a:r>
              <a:t>• Step 2: UI/UX Design - Create a sleek, dark-themed, mobile-responsive layout.</a:t>
            </a:r>
          </a:p>
          <a:p>
            <a:r>
              <a:t>• Step 3: Frontend Setup - Initialize Vite + React and configure TailwindCSS.</a:t>
            </a:r>
          </a:p>
          <a:p>
            <a:r>
              <a:t>• Step 4: Logic Implementation - Build custom React hooks to manage LocalStorage seamlessly.</a:t>
            </a:r>
          </a:p>
          <a:p>
            <a:r>
              <a:t>• Step 5: PWA Integration - Configure service workers for offline caching and installation.</a:t>
            </a:r>
          </a:p>
          <a:p>
            <a:r>
              <a:t>• Step 6: Testing &amp; QA - Verify standalone mode behaviors, budget warnings, and edge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System Architecture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Client-Side Only Architecture:</a:t>
            </a:r>
          </a:p>
          <a:p>
            <a:r>
              <a:t>  - The app lives entirely on the client's device.</a:t>
            </a:r>
          </a:p>
          <a:p>
            <a:r>
              <a:t>  - Browser LocalStorage acts as the persistent database.</a:t>
            </a:r>
          </a:p>
          <a:p>
            <a:r>
              <a:t>  - React handles UI updates instantly without network latency.</a:t>
            </a:r>
          </a:p>
          <a:p>
            <a:r>
              <a:t>  - Service Workers intercept requests to serve cached files offline.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System Architecture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Block Diagram Flow:</a:t>
            </a:r>
          </a:p>
          <a:p>
            <a:r>
              <a:t>  [User Input / UI Interaction]</a:t>
            </a:r>
          </a:p>
          <a:p>
            <a:r>
              <a:t>          ↓</a:t>
            </a:r>
          </a:p>
          <a:p>
            <a:r>
              <a:t>  [React Custom Hooks (useTransactions, useBudgets)]</a:t>
            </a:r>
          </a:p>
          <a:p>
            <a:r>
              <a:t>          ↓</a:t>
            </a:r>
          </a:p>
          <a:p>
            <a:r>
              <a:t>  [State Update &amp; LocalStorage Sync]</a:t>
            </a:r>
          </a:p>
          <a:p>
            <a:r>
              <a:t>          ↓</a:t>
            </a:r>
          </a:p>
          <a:p>
            <a:r>
              <a:t>  [UI Re-render (Charts, History, Budgets)]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Programming Languages:</a:t>
            </a:r>
          </a:p>
          <a:p>
            <a:r>
              <a:t>  - JavaScript (ES6+), HTML5, CSS3.</a:t>
            </a:r>
          </a:p>
          <a:p>
            <a:r>
              <a:t>• Development Tools/Software:</a:t>
            </a:r>
          </a:p>
          <a:p>
            <a:r>
              <a:t>  - React (UI Library).</a:t>
            </a:r>
          </a:p>
          <a:p>
            <a:r>
              <a:t>  - TailwindCSS (Utility-first styling).</a:t>
            </a:r>
          </a:p>
          <a:p>
            <a:r>
              <a:t>  - Vite (Build Tool &amp; Dev Server).</a:t>
            </a:r>
          </a:p>
          <a:p>
            <a:r>
              <a:t>  - Framer Motion (Animations &amp; Page Transitions).</a:t>
            </a:r>
          </a:p>
          <a:p>
            <a:r>
              <a:t>• Database / Storage:</a:t>
            </a:r>
          </a:p>
          <a:p>
            <a:r>
              <a:t>  - Browser LocalStorage API (No external database).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Modules Developed:</a:t>
            </a:r>
          </a:p>
          <a:p>
            <a:r>
              <a:t>  1. Transaction Engine: Add, delete, and categorize income/expenses.</a:t>
            </a:r>
          </a:p>
          <a:p>
            <a:r>
              <a:t>  2. Budget Watchdog: Real-time calculation of category limits vs. spending.</a:t>
            </a:r>
          </a:p>
          <a:p>
            <a:r>
              <a:t>  3. Visual Analytics: Doughnut charts and trend sparklines for quick insights.</a:t>
            </a:r>
          </a:p>
          <a:p>
            <a:r>
              <a:t>  4. AI Advisor: Context-aware financial tips.</a:t>
            </a:r>
          </a:p>
          <a:p>
            <a:r>
              <a:t>  5. PWA Wrapper: Offline detection, 'Add to Homescreen' prompts, sync handling.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Results and Discussion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Outputs Obtained:</a:t>
            </a:r>
          </a:p>
          <a:p>
            <a:r>
              <a:t>  - A fully functional, zero-latency Progressive Web App.</a:t>
            </a:r>
          </a:p>
          <a:p>
            <a:r>
              <a:t>  - Responsive design that looks native on both Mobile and Desktop.</a:t>
            </a:r>
          </a:p>
          <a:p>
            <a:r>
              <a:t>  - Instant gamification updates (streaks) based on local timestamps.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Results and Discussion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UI Walkthrough (Screenshots):</a:t>
            </a:r>
          </a:p>
          <a:p>
            <a:r>
              <a:t>  - Dashboard: Highlights net balance, sparkline trend, and daily insights.</a:t>
            </a:r>
          </a:p>
          <a:p>
            <a:r>
              <a:t>  - History: Pill-button filtering with beautiful scrolling margins.</a:t>
            </a:r>
          </a:p>
          <a:p>
            <a:r>
              <a:t>  - Insights: Dynamic doughnut charts excluding income for accurate tracking.</a:t>
            </a:r>
          </a:p>
          <a:p>
            <a:r>
              <a:t>  - Settings: Budget thresholds and local data export controls.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Summary: Ledger successfully reimagines the personal finance tracker by removing the cloud dependency entirely.</a:t>
            </a:r>
          </a:p>
          <a:p>
            <a:r>
              <a:t>• Objectives Achieved: Built an offline-first, aesthetically premium, privacy-respecting dashboard.</a:t>
            </a:r>
          </a:p>
          <a:p>
            <a:r>
              <a:t>• Key Learnings: Mastered React state management, PWA lifecycle hooks, responsive design with Tailwind, and building robust client-side storage architectures.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End-to-End Encryption: Implement local AES-256 encryption before saving to LocalStorage.</a:t>
            </a:r>
          </a:p>
          <a:p>
            <a:r>
              <a:t>• Multi-Device Sync: Allow secure, peer-to-peer WebRTC syncing between a user's phone and laptop without a central server.</a:t>
            </a:r>
          </a:p>
          <a:p>
            <a:r>
              <a:t>• Custom Categories: Let users create their own spending categories and assign custom colors/icons.</a:t>
            </a:r>
          </a:p>
          <a:p>
            <a:r>
              <a:t>• Receipt Scanning: Integrate a local, lightweight OCR library (e.g., Tesseract.js) to scan bills on-device.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React Documentation: https://react.dev/</a:t>
            </a:r>
          </a:p>
          <a:p>
            <a:r>
              <a:t>• Vite PWA Plugin Docs: https://vite-pwa-org.netlify.app/</a:t>
            </a:r>
          </a:p>
          <a:p>
            <a:r>
              <a:t>• TailwindCSS Framework: https://tailwindcss.com/</a:t>
            </a:r>
          </a:p>
          <a:p>
            <a:r>
              <a:t>• Framer Motion Library: https://www.framer.com/motion/</a:t>
            </a:r>
          </a:p>
          <a:p>
            <a:r>
              <a:t>• MDN Web Docs (LocalStorage &amp; Service Workers): https://developer.mozilla.org/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