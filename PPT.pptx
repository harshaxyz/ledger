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8FAF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8FAFC"/>
                </a:solidFill>
                <a:latin typeface="Arial"/>
              </a:rPr>
              <a:t>Income vs Expense (Jan – Jun)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Income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18000</c:v>
                </c:pt>
                <c:pt idx="1">
                  <c:v>18000</c:v>
                </c:pt>
                <c:pt idx="2">
                  <c:v>20000</c:v>
                </c:pt>
                <c:pt idx="3">
                  <c:v>18000</c:v>
                </c:pt>
                <c:pt idx="4">
                  <c:v>22000</c:v>
                </c:pt>
                <c:pt idx="5">
                  <c:v>18000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Expense</c:v>
                </c:pt>
              </c:strCache>
            </c:strRef>
          </c:tx>
          <c:spPr>
            <a:solidFill>
              <a:srgbClr val="F8717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12000</c:v>
                </c:pt>
                <c:pt idx="1">
                  <c:v>14500</c:v>
                </c:pt>
                <c:pt idx="2">
                  <c:v>11200</c:v>
                </c:pt>
                <c:pt idx="3">
                  <c:v>13800</c:v>
                </c:pt>
                <c:pt idx="4">
                  <c:v>10900</c:v>
                </c:pt>
                <c:pt idx="5">
                  <c:v>11250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3F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8FAF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8FAFC"/>
                </a:solidFill>
                <a:latin typeface="Arial"/>
              </a:rPr>
              <a:t>Category Breakdown (%)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Spending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D3EE"/>
              </a:solidFill>
              <a:effectLst/>
            </c:spPr>
          </c:dPt>
          <c:dPt>
            <c:idx val="1"/>
            <c:bubble3D val="0"/>
            <c:spPr>
              <a:solidFill>
                <a:srgbClr val="818CF8"/>
              </a:solidFill>
              <a:effectLst/>
            </c:spPr>
          </c:dPt>
          <c:dPt>
            <c:idx val="2"/>
            <c:bubble3D val="0"/>
            <c:spPr>
              <a:solidFill>
                <a:srgbClr val="F87171"/>
              </a:solidFill>
              <a:effectLst/>
            </c:spPr>
          </c:dPt>
          <c:dPt>
            <c:idx val="3"/>
            <c:bubble3D val="0"/>
            <c:spPr>
              <a:solidFill>
                <a:srgbClr val="4ADE80"/>
              </a:solidFill>
              <a:effectLst/>
            </c:spPr>
          </c:dPt>
          <c:dPt>
            <c:idx val="4"/>
            <c:bubble3D val="0"/>
            <c:spPr>
              <a:solidFill>
                <a:srgbClr val="FB923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Food</c:v>
                </c:pt>
                <c:pt idx="1">
                  <c:v>Travel</c:v>
                </c:pt>
                <c:pt idx="2">
                  <c:v>Bills</c:v>
                </c:pt>
                <c:pt idx="3">
                  <c:v>Shopping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32</c:v>
                </c:pt>
                <c:pt idx="1">
                  <c:v>18</c:v>
                </c:pt>
                <c:pt idx="2">
                  <c:v>25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1E29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-457200"/>
            <a:ext cx="3474720" cy="3474720"/>
          </a:xfrm>
          <a:prstGeom prst="ellipse">
            <a:avLst/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2286000"/>
            <a:ext cx="2194560" cy="21945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2D3EE"/>
                </a:solidFill>
              </a:rPr>
              <a:t>CSE 1st YEAR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11480" y="2286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</a:rPr>
              <a:t>Smart Expense Tracking for the Modern Student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32004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Presented by: 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Team Ledger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3520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Department of Computer Science &amp; Engineering  |  2025-26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4663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D3EE"/>
                </a:solidFill>
              </a:rPr>
              <a:t>ledger67.vercel.app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2011680" cy="4114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0972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Introduction &amp; Problem Statement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6002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Objectives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System Architecture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606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Core Features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1089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Tech Stack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6118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6118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User Interface Overview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07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41148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Income &amp; Expense Tracking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10972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08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10972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Analytics &amp; Reporting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6002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09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0" y="16002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Database Design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21031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2103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Security &amp; Authentication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6060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11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0" y="2606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Testing &amp; Results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31089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12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Future Scope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6118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13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0" y="36118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Conclusion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438912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</a:rPr>
              <a:t>Managing personal finances is one of the most overlooked habits among college students. </a:t>
            </a:r>
            <a:pPr indent="0" marL="0">
              <a:buNone/>
            </a:pPr>
            <a:r>
              <a:rPr lang="en-US" sz="1250" dirty="0">
                <a:solidFill>
                  <a:srgbClr val="F8FAFC"/>
                </a:solidFill>
              </a:rPr>
              <a:t>Without a structured system, overspending becomes a common challenge.
</a:t>
            </a:r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Key pain points identified:
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No real-time awareness of spending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Difficulty categorizing expenses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Lack of visual financial summaries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Manual tracking is tedious and error-prone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212080" y="1005840"/>
            <a:ext cx="36576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49240" y="100584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7171"/>
                </a:solidFill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46520" y="1005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Students lack a budgeting habit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2148840"/>
            <a:ext cx="36576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49240" y="214884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D3EE"/>
                </a:solidFill>
              </a:rPr>
              <a:t>2x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46520" y="2148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Overspend vs planned budget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12080" y="3291840"/>
            <a:ext cx="36576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49240" y="329184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DE80"/>
                </a:solidFill>
              </a:rPr>
              <a:t>90%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46520" y="3291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Prefer digital over paper tracking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2D3EE"/>
                </a:solidFill>
              </a:rPr>
              <a:t>Ledger was built to solve these real-world financial challenges for students.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828800" cy="3657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51560"/>
            <a:ext cx="274320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743200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💡  Simplify Finance Management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Provide an intuitive interface to log and monitor daily income and expenditure without any complexity.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51560"/>
            <a:ext cx="274320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51560"/>
            <a:ext cx="2743200" cy="64008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188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📊  Visualize Spending Patterns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429000" y="16002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Generate charts and summaries that help users instantly understand where their money goes each month.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051560"/>
            <a:ext cx="274320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051560"/>
            <a:ext cx="2743200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188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🔒  Ensure Data Privacy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55080" y="16002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Implement secure authentication so each user's financial data remains private and protected at all times.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71800"/>
            <a:ext cx="274320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71800"/>
            <a:ext cx="2743200" cy="64008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📱  Mobile-First 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35204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Deliver a fully responsive web application that works seamlessly across phones, tablets, and desktops.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2971800"/>
            <a:ext cx="274320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2971800"/>
            <a:ext cx="2743200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⚡  Real-Time Sync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429000" y="35204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Reflect changes instantly so users always see the most up-to-date balance and transaction history.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971800"/>
            <a:ext cx="274320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971800"/>
            <a:ext cx="2743200" cy="64008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</a:rPr>
              <a:t>🎯  Category-Based Analysis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55080" y="35204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Enable tagging of transactions by category to support smarter budgeting decisions and goal tracking.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7432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51560"/>
            <a:ext cx="260604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06040" cy="8229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" y="1234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PRESENTATION LAYER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React.js • Tailwind CSS • PWA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051560"/>
            <a:ext cx="260604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83280" y="1051560"/>
            <a:ext cx="2606040" cy="8229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0" name="Text 8"/>
          <p:cNvSpPr/>
          <p:nvPr/>
        </p:nvSpPr>
        <p:spPr>
          <a:xfrm>
            <a:off x="3493008" y="1234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18CF8"/>
                </a:solidFill>
              </a:rPr>
              <a:t>APPLICATION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49300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Node.js • REST API • Auth Logic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1051560"/>
            <a:ext cx="260604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051560"/>
            <a:ext cx="2606040" cy="8229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1234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</a:rPr>
              <a:t>DATA LAYER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1052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Firebase • Firestore • Realtime DB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286000"/>
            <a:ext cx="32004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2286000"/>
            <a:ext cx="320040" cy="0"/>
          </a:xfrm>
          <a:prstGeom prst="line">
            <a:avLst/>
          </a:prstGeom>
          <a:noFill/>
          <a:ln w="25400">
            <a:solidFill>
              <a:srgbClr val="818C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21031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↔  HTTP / REST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06440" y="21031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↔  SDK / HTTPS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657600"/>
            <a:ext cx="2606040" cy="123444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Client Side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Dynamic rendering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Offline support (PWA)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State management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3657600"/>
            <a:ext cx="2606040" cy="123444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Server Side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40233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JWT authentication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Business logic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API rate limiting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3657600"/>
            <a:ext cx="2606040" cy="123444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Database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40233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NoSQL collections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Real-time listeners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</a:rPr>
              <a:t>Cloud storage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01168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100584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972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1148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Add Transactions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Log income and expenses in seconds with amount, category, date, and note fields.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972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56032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Dashboard Analytics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19202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Instant summary cards showing total balance, monthly income, and total expenses.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17720" y="100584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0972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0916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Category Tags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9160" y="19202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Organize transactions under custom categories like Food, Travel, Bills, and more.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66560" y="100584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39712" y="10972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5800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Monthly Filter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19202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Filter and view transactions by month for precise period-wise analysis.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292608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3192" y="30175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14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Expense Charts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384048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Visual pie and bar charts to represent spending distribution at a glance.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468880" y="292608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42032" y="30175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56032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Secure Login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60320" y="384048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Google OAuth and email-based login ensure personal data stays private.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17720" y="292608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90872" y="30175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🌙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Dark Mode UI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709160" y="384048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Eye-friendly dark theme designed for extended usage sessions.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66560" y="2926080"/>
            <a:ext cx="201168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839712" y="30175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85800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Data Export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384048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Export transaction history for records or further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645920" cy="3657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1005840"/>
            <a:ext cx="283464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005840"/>
            <a:ext cx="2834640" cy="411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React.js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Component-based UI library for building interactive interfaces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23744"/>
            <a:ext cx="2468880" cy="0"/>
          </a:xfrm>
          <a:prstGeom prst="line">
            <a:avLst/>
          </a:prstGeom>
          <a:noFill/>
          <a:ln w="6350">
            <a:solidFill>
              <a:srgbClr val="2D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06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Tailwind CSS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Utility-first CSS framework for rapid responsive styling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75304"/>
            <a:ext cx="2468880" cy="0"/>
          </a:xfrm>
          <a:prstGeom prst="line">
            <a:avLst/>
          </a:prstGeom>
          <a:noFill/>
          <a:ln w="6350">
            <a:solidFill>
              <a:srgbClr val="2D3F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6576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Vercel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Cloud deployment platform with global CDN and CI/CD integration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1005840"/>
            <a:ext cx="283464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1005840"/>
            <a:ext cx="2834640" cy="41148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7" name="Text 15"/>
          <p:cNvSpPr/>
          <p:nvPr/>
        </p:nvSpPr>
        <p:spPr>
          <a:xfrm>
            <a:off x="3401568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Backend &amp; Auth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5544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Firebase Auth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1874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Google-backed authentication with OAuth 2.0 and email login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29000" y="2523744"/>
            <a:ext cx="2468880" cy="0"/>
          </a:xfrm>
          <a:prstGeom prst="line">
            <a:avLst/>
          </a:prstGeom>
          <a:noFill/>
          <a:ln w="6350">
            <a:solidFill>
              <a:srgbClr val="2D3F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2606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Firestore DB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29000" y="2926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NoSQL cloud database with real-time data synchronization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29000" y="3575304"/>
            <a:ext cx="2468880" cy="0"/>
          </a:xfrm>
          <a:prstGeom prst="line">
            <a:avLst/>
          </a:prstGeom>
          <a:noFill/>
          <a:ln w="6350">
            <a:solidFill>
              <a:srgbClr val="2D3F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36576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Firebase SDK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29000" y="3977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Client-side SDK for seamless database and auth operations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63640" y="1005840"/>
            <a:ext cx="283464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6263640" y="1005840"/>
            <a:ext cx="2834640" cy="41148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8" name="Text 26"/>
          <p:cNvSpPr/>
          <p:nvPr/>
        </p:nvSpPr>
        <p:spPr>
          <a:xfrm>
            <a:off x="6373368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Tools &amp; DevOps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15544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Git &amp; GitHub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1874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Version control system with collaborative development workflows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2523744"/>
            <a:ext cx="2468880" cy="0"/>
          </a:xfrm>
          <a:prstGeom prst="line">
            <a:avLst/>
          </a:prstGeom>
          <a:noFill/>
          <a:ln w="6350">
            <a:solidFill>
              <a:srgbClr val="2D3F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2606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VS Code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2926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Code editor with extensions for React and web development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3575304"/>
            <a:ext cx="2468880" cy="0"/>
          </a:xfrm>
          <a:prstGeom prst="line">
            <a:avLst/>
          </a:prstGeom>
          <a:noFill/>
          <a:ln w="6350">
            <a:solidFill>
              <a:srgbClr val="2D3F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36576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npm / Node.js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3977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Package management and JavaScript runtime environment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32004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14400"/>
            <a:ext cx="2651760" cy="3566160"/>
          </a:xfrm>
          <a:prstGeom prst="roundRect">
            <a:avLst>
              <a:gd name="adj" fmla="val 6207"/>
            </a:avLst>
          </a:prstGeom>
          <a:solidFill>
            <a:srgbClr val="1E29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78408"/>
            <a:ext cx="2560320" cy="292608"/>
          </a:xfrm>
          <a:prstGeom prst="rect">
            <a:avLst/>
          </a:prstGeom>
          <a:solidFill>
            <a:srgbClr val="0D18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78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9:41  ●●●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91840" y="914400"/>
            <a:ext cx="2651760" cy="3566160"/>
          </a:xfrm>
          <a:prstGeom prst="roundRect">
            <a:avLst>
              <a:gd name="adj" fmla="val 6207"/>
            </a:avLst>
          </a:prstGeom>
          <a:solidFill>
            <a:srgbClr val="1E29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978408"/>
            <a:ext cx="2560320" cy="292608"/>
          </a:xfrm>
          <a:prstGeom prst="rect">
            <a:avLst/>
          </a:prstGeom>
          <a:solidFill>
            <a:srgbClr val="0D1826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978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9:41  ●●●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217920" y="914400"/>
            <a:ext cx="2651760" cy="3566160"/>
          </a:xfrm>
          <a:prstGeom prst="roundRect">
            <a:avLst>
              <a:gd name="adj" fmla="val 6207"/>
            </a:avLst>
          </a:prstGeom>
          <a:solidFill>
            <a:srgbClr val="1E29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978408"/>
            <a:ext cx="2560320" cy="292608"/>
          </a:xfrm>
          <a:prstGeom prst="rect">
            <a:avLst/>
          </a:prstGeom>
          <a:solidFill>
            <a:srgbClr val="0D1826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978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9:41  ●●●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1325880"/>
            <a:ext cx="237744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3716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₹ 12,450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1719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Total Balance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2011680"/>
            <a:ext cx="2377440" cy="438912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0299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Food  -₹340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514600"/>
            <a:ext cx="2377440" cy="438912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53288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Travel  -₹120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2377440" cy="438912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03580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Bills  -₹650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520440"/>
            <a:ext cx="2377440" cy="438912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5387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Income  +₹5000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13533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Add Transaction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29000" y="1783080"/>
            <a:ext cx="2377440" cy="45720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6" name="Text 24"/>
          <p:cNvSpPr/>
          <p:nvPr/>
        </p:nvSpPr>
        <p:spPr>
          <a:xfrm>
            <a:off x="3520440" y="180136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Amount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29000" y="2377440"/>
            <a:ext cx="2377440" cy="45720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8" name="Text 26"/>
          <p:cNvSpPr/>
          <p:nvPr/>
        </p:nvSpPr>
        <p:spPr>
          <a:xfrm>
            <a:off x="3520440" y="23957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Category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29000" y="2971800"/>
            <a:ext cx="2377440" cy="45720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29900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Date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29000" y="3566160"/>
            <a:ext cx="2377440" cy="45720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32" name="Text 30"/>
          <p:cNvSpPr/>
          <p:nvPr/>
        </p:nvSpPr>
        <p:spPr>
          <a:xfrm>
            <a:off x="3520440" y="358444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Note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429000" y="4160520"/>
            <a:ext cx="2377440" cy="38404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4" name="Text 32"/>
          <p:cNvSpPr/>
          <p:nvPr/>
        </p:nvSpPr>
        <p:spPr>
          <a:xfrm>
            <a:off x="3429000" y="4160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SAVE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55080" y="13533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Monthly Overview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55080" y="1737360"/>
            <a:ext cx="1028700" cy="411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7" name="Text 35"/>
          <p:cNvSpPr/>
          <p:nvPr/>
        </p:nvSpPr>
        <p:spPr>
          <a:xfrm>
            <a:off x="635508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Food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55080" y="2331720"/>
            <a:ext cx="457200" cy="41148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39" name="Text 37"/>
          <p:cNvSpPr/>
          <p:nvPr/>
        </p:nvSpPr>
        <p:spPr>
          <a:xfrm>
            <a:off x="635508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Travel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355080" y="2926080"/>
            <a:ext cx="571500" cy="41148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1" name="Text 39"/>
          <p:cNvSpPr/>
          <p:nvPr/>
        </p:nvSpPr>
        <p:spPr>
          <a:xfrm>
            <a:off x="6355080" y="2926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Bills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355080" y="3520440"/>
            <a:ext cx="228600" cy="41148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3" name="Text 41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Other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</a:rPr>
              <a:t>Dashboard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2918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</a:rPr>
              <a:t>Add Transaction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21792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</a:rPr>
              <a:t>Analytics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&amp; EXPENSE TRACKING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347472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114800" cy="3886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</a:rPr>
              <a:t>How Tracking 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365760" cy="36576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</a:rPr>
              <a:t>User taps 'Add Transaction' on the main dashboard.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67512" y="1901952"/>
            <a:ext cx="0" cy="246888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48840"/>
            <a:ext cx="365760" cy="36576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21488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</a:rPr>
              <a:t>Selects transaction type — Income (+) or Expense (−).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67512" y="2542032"/>
            <a:ext cx="0" cy="246888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788920"/>
            <a:ext cx="365760" cy="36576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788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</a:rPr>
              <a:t>Fills in amount, category, date, and optional notes.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" y="3182112"/>
            <a:ext cx="0" cy="246888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429000"/>
            <a:ext cx="365760" cy="36576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34290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</a:rPr>
              <a:t>Data is instantly stored in the Firestore database.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" y="3822192"/>
            <a:ext cx="0" cy="246888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069080"/>
            <a:ext cx="365760" cy="36576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05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40690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</a:rPr>
              <a:t>Dashboard balance and charts update in real time.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54880" y="960120"/>
            <a:ext cx="4114800" cy="3886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Sample Monthly Summary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46320" y="1508760"/>
            <a:ext cx="3886200" cy="658368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46320" y="1508760"/>
            <a:ext cx="64008" cy="65836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150876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Total Income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15087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DE80"/>
                </a:solidFill>
              </a:rPr>
              <a:t>₹ 18,000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846320" y="2313432"/>
            <a:ext cx="3886200" cy="658368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32" name="Shape 30"/>
          <p:cNvSpPr/>
          <p:nvPr/>
        </p:nvSpPr>
        <p:spPr>
          <a:xfrm>
            <a:off x="4846320" y="2313432"/>
            <a:ext cx="64008" cy="65836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0" y="2313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Total Expenses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40880" y="23134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87171"/>
                </a:solidFill>
              </a:rPr>
              <a:t>₹ 11,250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4846320" y="3118104"/>
            <a:ext cx="3886200" cy="658368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3118104"/>
            <a:ext cx="64008" cy="65836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0" y="311810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Net Savings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3118104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₹  6,750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4846320" y="3922776"/>
            <a:ext cx="3886200" cy="658368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40" name="Shape 38"/>
          <p:cNvSpPr/>
          <p:nvPr/>
        </p:nvSpPr>
        <p:spPr>
          <a:xfrm>
            <a:off x="4846320" y="3922776"/>
            <a:ext cx="64008" cy="658368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392277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Transactions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40880" y="3922776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18CF8"/>
                </a:solidFill>
              </a:rPr>
              <a:t>32 entries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846320" y="46177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</a:rPr>
              <a:t>All transactions are timestamped and stored securely — accessible anytime, from any device.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926080" cy="36576"/>
          </a:xfrm>
          <a:prstGeom prst="rect">
            <a:avLst/>
          </a:prstGeom>
          <a:solidFill>
            <a:srgbClr val="22D3EE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365760" y="91440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394960" y="914400"/>
          <a:ext cx="34747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4251960"/>
            <a:ext cx="2743200" cy="6858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Shape 3"/>
          <p:cNvSpPr/>
          <p:nvPr/>
        </p:nvSpPr>
        <p:spPr>
          <a:xfrm>
            <a:off x="365760" y="4251960"/>
            <a:ext cx="2743200" cy="6400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" name="Text 4"/>
          <p:cNvSpPr/>
          <p:nvPr/>
        </p:nvSpPr>
        <p:spPr>
          <a:xfrm>
            <a:off x="502920" y="43251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Highest Spend Month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02920" y="4572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7171"/>
                </a:solidFill>
              </a:rPr>
              <a:t>February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291840" y="4251960"/>
            <a:ext cx="2743200" cy="6858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7"/>
          <p:cNvSpPr/>
          <p:nvPr/>
        </p:nvSpPr>
        <p:spPr>
          <a:xfrm>
            <a:off x="3291840" y="4251960"/>
            <a:ext cx="2743200" cy="6400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2" name="Text 8"/>
          <p:cNvSpPr/>
          <p:nvPr/>
        </p:nvSpPr>
        <p:spPr>
          <a:xfrm>
            <a:off x="3429000" y="43251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Avg Monthly Saving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429000" y="4572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₹ 7,300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4251960"/>
            <a:ext cx="2743200" cy="6858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Shape 11"/>
          <p:cNvSpPr/>
          <p:nvPr/>
        </p:nvSpPr>
        <p:spPr>
          <a:xfrm>
            <a:off x="6217920" y="4251960"/>
            <a:ext cx="2743200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6" name="Text 12"/>
          <p:cNvSpPr/>
          <p:nvPr/>
        </p:nvSpPr>
        <p:spPr>
          <a:xfrm>
            <a:off x="6355080" y="43251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Top Expense Category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355080" y="4572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</a:rPr>
              <a:t>Food (32%)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SECURITY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3657600" cy="3657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572000" cy="3886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2412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</a:rPr>
              <a:t>Firestore Data 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828800" cy="3657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463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📁  users  [Collection]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60120" y="1828800"/>
            <a:ext cx="0" cy="36576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194560"/>
            <a:ext cx="2743200" cy="365760"/>
          </a:xfrm>
          <a:prstGeom prst="rect">
            <a:avLst/>
          </a:prstGeom>
          <a:solidFill>
            <a:srgbClr val="172032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📄  {uid}  [Document]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name: string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2898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email: string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371600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createdAt: timestamp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234440" y="3520440"/>
            <a:ext cx="0" cy="36576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886200"/>
            <a:ext cx="2926080" cy="347472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38862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📁  transactions  [Sub-collection]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amount: number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554480" y="44439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type: 'income' | 'expense'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554480" y="4608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category: string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54480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date: timestamp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554480" y="49377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note: string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212080" y="960120"/>
            <a:ext cx="3657600" cy="3886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5349240" y="102412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</a:rPr>
              <a:t>Security Measures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14447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🔐 Firebase Auth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49240" y="1737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Industry-standard OAuth 2.0 and email/password authentication.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349240" y="21305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🛡️ Firestore Rules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9240" y="24231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Server-side rules restrict each user to only their own data.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349240" y="28163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🔒 HTTPS Only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49240" y="31089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All data is transmitted over encrypted TLS connections.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349240" y="3502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🗝️ Token-Based Sessions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49240" y="37947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JWT tokens are verified server-side on every request.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49240" y="41879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🚫 No Sensitive Storage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49240" y="4480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Passwords are never stored — handled entirely by Firebase Auth.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28600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</a:rPr>
              <a:t>Module-wise Test Outcomes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9144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</a:rPr>
                        <a:t>Test Cases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</a:rPr>
                        <a:t>Passed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User Authentication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DE80"/>
                          </a:solidFill>
                        </a:rPr>
                        <a:t>✔ Pass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Add Transaction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DE80"/>
                          </a:solidFill>
                        </a:rPr>
                        <a:t>✔ Pass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Dashboard Analytics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DE80"/>
                          </a:solidFill>
                        </a:rPr>
                        <a:t>✔ Pass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Monthly Filter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DE80"/>
                          </a:solidFill>
                        </a:rPr>
                        <a:t>✔ Pass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Data Persistence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DE80"/>
                          </a:solidFill>
                        </a:rPr>
                        <a:t>✔ Pass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Responsive Design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4A3B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DE80"/>
                          </a:solidFill>
                        </a:rPr>
                        <a:t>✔ Pass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960120"/>
            <a:ext cx="32918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0" y="9784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2D3EE"/>
                </a:solidFill>
              </a:rPr>
              <a:t>40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858000" y="978408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Total Test Cases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577840" y="1947672"/>
            <a:ext cx="32918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669280" y="196596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DE80"/>
                </a:solidFill>
              </a:rPr>
              <a:t>40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6858000" y="1965960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Tests Passed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577840" y="2935224"/>
            <a:ext cx="32918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295351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DE80"/>
                </a:solidFill>
              </a:rPr>
              <a:t>100%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858000" y="2953512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Pass Rate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577840" y="3922776"/>
            <a:ext cx="32918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669280" y="394106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8CF8"/>
                </a:solidFill>
              </a:rPr>
              <a:t>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858000" y="3941064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Critical Bugs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All functional modules passed testing with zero critical issues detected.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828800" cy="3657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1005840"/>
            <a:ext cx="278892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2788920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15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2D3EE"/>
                </a:solidFill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9768" y="1371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🤖 AI Expense Advisor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755648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Integrate a machine learning model to analyze spending patterns and provide personalized saving tips and budget recommendations.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05840"/>
            <a:ext cx="278892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005840"/>
            <a:ext cx="2788920" cy="64008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1" name="Text 9"/>
          <p:cNvSpPr/>
          <p:nvPr/>
        </p:nvSpPr>
        <p:spPr>
          <a:xfrm>
            <a:off x="3355848" y="1115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18CF8"/>
                </a:solidFill>
              </a:rPr>
              <a:t>Phase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55848" y="1371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📲 Native Mobile App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55648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Launch dedicated Android and iOS applications using React Native to offer push notifications and offline-first capability.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005840"/>
            <a:ext cx="278892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005840"/>
            <a:ext cx="2788920" cy="6400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115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DE80"/>
                </a:solidFill>
              </a:rPr>
              <a:t>Phase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281928" y="1371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🏦 Bank Integration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81928" y="1755648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Connect with UPI and net banking APIs to automatically import transactions, eliminating the need for manual entry.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971800"/>
            <a:ext cx="278892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971800"/>
            <a:ext cx="2788920" cy="640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/>
          <p:nvPr/>
        </p:nvSpPr>
        <p:spPr>
          <a:xfrm>
            <a:off x="429768" y="3081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2D3EE"/>
                </a:solidFill>
              </a:rPr>
              <a:t>Phase 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9768" y="33375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👥 Group Expense Splitting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29768" y="3721608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Allow friend groups or roommates to manage shared expenses, calculate dues, and settle payments within the app.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971800"/>
            <a:ext cx="278892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46120" y="2971800"/>
            <a:ext cx="2788920" cy="64008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26" name="Text 24"/>
          <p:cNvSpPr/>
          <p:nvPr/>
        </p:nvSpPr>
        <p:spPr>
          <a:xfrm>
            <a:off x="3355848" y="3081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18CF8"/>
                </a:solidFill>
              </a:rPr>
              <a:t>Phase 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55848" y="33375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🌐 Multi-Currency Support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55848" y="3721608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Add support for international currencies with live exchange rates, ideal for students studying or traveling abroad.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971800"/>
            <a:ext cx="278892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72200" y="2971800"/>
            <a:ext cx="2788920" cy="6400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1" name="Text 29"/>
          <p:cNvSpPr/>
          <p:nvPr/>
        </p:nvSpPr>
        <p:spPr>
          <a:xfrm>
            <a:off x="6281928" y="3081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DE80"/>
                </a:solidFill>
              </a:rPr>
              <a:t>Phase 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81928" y="33375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📧 Monthly Reports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81928" y="3721608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Automatically email users a PDF summary of their monthly finances with charts and spending insights.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457200"/>
            <a:ext cx="4114800" cy="411480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2926080"/>
            <a:ext cx="2743200" cy="2743200"/>
          </a:xfrm>
          <a:prstGeom prst="ellipse">
            <a:avLst/>
          </a:prstGeom>
          <a:solidFill>
            <a:srgbClr val="0F172A"/>
          </a:solidFill>
          <a:ln w="1016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200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Ledger demonstrates how a focused, well-designed web application can meaningfully improve everyday financial habits for college students.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✅  Successfully built a full-stack expense tracking platform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450592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✅  Achieved real-time data sync and secure user isolation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✅  Delivered a clean, mobile-responsive dark-mode UI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51129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✅  100% test pass rate across all functional modules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04164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✅  Laid a scalable foundation for future AI-powered features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663440"/>
            <a:ext cx="59436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🌐  </a:t>
            </a:r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</a:rPr>
              <a:t>ledger67.vercel.app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   |   Made with ❤️ by Team Ledger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 - Expense Tracker</dc:title>
  <dc:subject>PptxGenJS Presentation</dc:subject>
  <dc:creator>CSE 1st Year Project</dc:creator>
  <cp:lastModifiedBy>CSE 1st Year Project</cp:lastModifiedBy>
  <cp:revision>1</cp:revision>
  <dcterms:created xsi:type="dcterms:W3CDTF">2026-05-28T07:19:39Z</dcterms:created>
  <dcterms:modified xsi:type="dcterms:W3CDTF">2026-05-28T07:19:39Z</dcterms:modified>
</cp:coreProperties>
</file>