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3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7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8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7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4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6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3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2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2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725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7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0221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0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17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66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2427844" y="3095170"/>
            <a:ext cx="7336312" cy="968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- A smart, private daily expense tracker.</a:t>
            </a:r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9391" y="4340044"/>
            <a:ext cx="4462943" cy="1845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Project team</a:t>
            </a:r>
            <a:r>
              <a:rPr kumimoji="0" lang="en-IN" sz="2000" b="1" i="0" u="sng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u="sng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members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sha N – 1DB25CS065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Harshith R </a:t>
            </a:r>
            <a:r>
              <a:rPr lang="en-IN" sz="1800" b="1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Goniger</a:t>
            </a: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– 1DB25CS067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Hemanth Kumar KP – 1DB25CS071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Jathin K M – 1DB25CS076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Kishan Kumar R – 1DB25CS085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Kishan M – 1DB25CS086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684250" y="4575660"/>
            <a:ext cx="4462943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Guided By: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Sheeba S</a:t>
            </a:r>
          </a:p>
          <a:p>
            <a:pPr algn="ctr">
              <a:spcBef>
                <a:spcPct val="20000"/>
              </a:spcBef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872" y="2400284"/>
            <a:ext cx="11730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Interdisciplinary Project Based Learning(B25PRJ28) - Presentation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5D6B583-2E11-48DA-BA2D-95C0A8FB809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4675" y="56208"/>
            <a:ext cx="11082649" cy="220318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8042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Modern finance apps are cluttered, invasive, and ad-heavy.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Users are forced to surrender personal data to third-party servers.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Ledger re-imagines expense tracking as a completely private experience.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It lives directly on your device, ensuring zero data harvesting.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NEED FOR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Data Privacy Crisis: Financial data is sold to advertisers.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Bloatware: Most apps have confusing UI and unnecessary features.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Internet Dependency: Tracking fails when offline or in bad network zones.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Friction: Adding a transaction takes too many clicks.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To develop a zero-latency, offline-capable progressive web application (PWA) for expense tracking that entirely eliminates backend server dependency, prioritizes strict user data privacy, and utilizes a gamified approach to encourage consistent financial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1. Achieve 100% offline functionality using local storage mechanisms.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2. Provide instant, sub-second transaction logging.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3. Implement localized AI insights without compromising data.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4. Deliver a premium, distraction-free user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LITERATURE SURVEY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1. Existing App (Splitwise) | Server dependent | Cluttered UI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2. Existing App (Mint) | Data harvesting | Shut down/Ads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3. Existing App (Wallet) | Paid features | Complex setup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4. LEDGER (Proposed) | 100% Offline | Zero Ads, Private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LITERATURE SURVEY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Analysis shows a massive gap for privacy-focused financial tools.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Most alternatives monetize user data to sustain their free tier.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Complex cloud-syncing creates latency and requires constant connectivity.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Local-first applications are gaining traction in modern SaaS.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Current systems rely on centralized cloud databases (Firebase, AWS).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They require mandatory user authentication (OAuth, Email).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They mandate constant internet connectivity for basic operations.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Data is subject to server breaches and third-party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LIMITATIONS OF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High Latency: Waiting for cloud sync on every launch.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Privacy Risks: Sensitive spending patterns are exposed.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Feature Creep: Constant push notifications for premium upgrades.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Vulnerability: Server downtimes render the app useless.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Ledger shifts all computation to the client side.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Data is persistently stored in the browser's IndexedDB/LocalStorage.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Service Workers cache the application core for instant offline booting.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Groq-powered AI coaching is invoked only on demand, completely amnesic.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Sub-second Transaction Logging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Dynamic Budget Warnings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Categorized Spending Insights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Habit-forming Streak Gamification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'Ledger Coach' AI Advisor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Native App Installation (PWA)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1. Requirement Analysis (Privacy &amp; Speed)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2. UI/UX Prototyping (Dark Cinematic Theme)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3. Frontend Development (React + Tailwind)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4. Local Data Architecture (Hooks &amp; Storage)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5. PWA Integration (Vite PWA Plugin)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6. Testing &amp; Deployment (Vercel)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USER INTERFACE (React Components)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          ↓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APPLICATION LOGIC (Custom Hooks)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          ↓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LOCAL STORAGE (kuber_transactions)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          ↓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ANALYTICS ENGINE (Real-time Math)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          ↓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UI UPDATES (Instant Rendering)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Core: React 19, JavaScript (ES6+)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Build Tool: Vite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Styling: Tailwind CSS v4, Framer Motion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Storage: Browser LocalStorage API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Offline Tech: vite-plugin-pwa (Workbox)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Deployment: Vercel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IMPLEMENTATION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Module 1: The Transaction Engine (Core Logging)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Module 2: The Budget System (Limits &amp; Warnings)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Module 3: The Analytics Dashboard (Charts &amp; Trends)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Module 4: The AI Coach (Groq API Integration)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Module 5: The PWA Layer (Manifest &amp; Service Worker)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UI SHOWCASE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* Dashboard: Clean, matte black aesthetic with crimson warnings.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* History: Detailed, searchable transaction list.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* Coach: Chat interface that reads local context.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* Settings: Instant data export and reset controls.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RESULTS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The application successfully achieves 0ms latency for logging.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PWA installation allows it to function as a native mobile app.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All tests confirm that no data leaves the device except for intentional AI queries.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The UI successfully mimics a premium, million-dollar product.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BENEFITS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Peace of Mind: Users know their finances are strictly private.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Accessibility: Works anywhere, even completely off-grid.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Financial Literacy: AI Coach provides tailored, unbiased advice.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Productivity: Removing friction leads to better habit 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Custom User-Defined Categories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Recurring Transaction Automation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Biometric Authentication (FaceID/Fingerprint)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• Cross-Device Peer-to-Peer Sync (E2E Encrypted)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Ledger proves that powerful financial tracking does not require sacrificing privacy.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By leveraging modern web capabilities, we delivered a native-feeling application.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It is fast, secure, and ready to scale entirely on the client side.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1. React Documentation (react.dev)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2. Tailwind CSS Documentation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3. Progressive Web Apps (MDN Web Docs)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4. LocalStorage &amp; IndexedDB API Specs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5. Groq AI API Guidelines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0F0F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LEDGER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Private by Design.</a:t>
            </a:r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endParaRPr/>
          </a:p>
          <a:p>
            <a:pPr>
              <a:spcAft>
                <a:spcPts val="2000"/>
              </a:spcAft>
              <a:defRPr sz="2200">
                <a:solidFill>
                  <a:srgbClr val="A0A0A0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350</TotalTime>
  <Words>959</Words>
  <Application>Microsoft Office PowerPoint</Application>
  <PresentationFormat>Widescreen</PresentationFormat>
  <Paragraphs>163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Harsha N</cp:lastModifiedBy>
  <cp:revision>33</cp:revision>
  <dcterms:created xsi:type="dcterms:W3CDTF">2025-04-11T13:17:35Z</dcterms:created>
  <dcterms:modified xsi:type="dcterms:W3CDTF">2026-06-10T12:01:43Z</dcterms:modified>
</cp:coreProperties>
</file>