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232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5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27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483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17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34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06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34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52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22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725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07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0221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507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517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66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6E44D-F5B1-4527-A98B-77490F8B7061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A6222F0-A833-4E45-B152-26074FF67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2427844" y="3095170"/>
            <a:ext cx="7336312" cy="968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Ledger - A smart, private daily expense tracker.</a:t>
            </a:r>
            <a:endParaRPr lang="en-IN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59391" y="4340044"/>
            <a:ext cx="4462943" cy="1845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20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Project team</a:t>
            </a:r>
            <a:r>
              <a:rPr kumimoji="0" lang="en-IN" sz="2000" b="1" i="0" u="sng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u="sng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members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sha N – 1DB25CS065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Harshith R </a:t>
            </a:r>
            <a:r>
              <a:rPr lang="en-IN" sz="1800" b="1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Goniger</a:t>
            </a: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– 1DB25CS067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Hemanth Kumar KP – 1DB25CS071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Jathin K M – 1DB25CS076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Kishan Kumar R – 1DB25CS085</a:t>
            </a:r>
            <a:b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Kishan M – 1DB25CS086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684250" y="4575660"/>
            <a:ext cx="4462943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n-IN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Guided By:</a:t>
            </a:r>
          </a:p>
          <a:p>
            <a:pPr algn="ctr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IN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Sheeba S</a:t>
            </a:r>
          </a:p>
          <a:p>
            <a:pPr algn="ctr">
              <a:spcBef>
                <a:spcPct val="20000"/>
              </a:spcBef>
            </a:pPr>
            <a:r>
              <a:rPr lang="en-IN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Associate Professor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872" y="2400284"/>
            <a:ext cx="1173025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Interdisciplinary Project Based Learning(B25PRJ28) - Presentation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C5D6B583-2E11-48DA-BA2D-95C0A8FB809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54675" y="56208"/>
            <a:ext cx="11082649" cy="220318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804282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350</TotalTime>
  <Words>62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Times New Roman</vt:lpstr>
      <vt:lpstr>Trebuchet MS</vt:lpstr>
      <vt:lpstr>Wingdings 3</vt:lpstr>
      <vt:lpstr>Facet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Harsha N</cp:lastModifiedBy>
  <cp:revision>32</cp:revision>
  <dcterms:created xsi:type="dcterms:W3CDTF">2025-04-11T13:17:35Z</dcterms:created>
  <dcterms:modified xsi:type="dcterms:W3CDTF">2026-06-10T11:55:40Z</dcterms:modified>
</cp:coreProperties>
</file>